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50" r:id="rId1"/>
  </p:sldMasterIdLst>
  <p:notesMasterIdLst>
    <p:notesMasterId r:id="rId28"/>
  </p:notesMasterIdLst>
  <p:handoutMasterIdLst>
    <p:handoutMasterId r:id="rId29"/>
  </p:handoutMasterIdLst>
  <p:sldIdLst>
    <p:sldId id="294" r:id="rId2"/>
    <p:sldId id="281" r:id="rId8"/>
    <p:sldId id="271" r:id="rId4"/>
    <p:sldId id="276" r:id="rId5"/>
    <p:sldId id="277" r:id="rId6"/>
    <p:sldId id="293" r:id="rId27"/>
  </p:sldIdLst>
  <p:sldSz cx="9144000" cy="6858000" type="screen4x3"/>
  <p:notesSz cx="6858000" cy="914400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Montserrat light" panose="00000400000000000000" pitchFamily="2" charset="0"/>
      <p:regular r:id="rId34"/>
      <p:italic r:id="rId35"/>
    </p:embeddedFont>
    <p:embeddedFont>
      <p:font typeface="Montserrat light" panose="00000400000000000000" pitchFamily="2" charset="0"/>
      <p:regular r:id="rId34"/>
      <p:italic r:id="rId35"/>
    </p:embeddedFont>
    <p:embeddedFont>
      <p:font typeface="Montserrat Medium" panose="00000600000000000000" pitchFamily="2" charset="0"/>
      <p:regular r:id="rId36"/>
      <p:italic r:id="rId37"/>
    </p:embeddedFont>
    <p:embeddedFont>
      <p:font typeface="Montserrat SemiBold" panose="00000700000000000000" pitchFamily="2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81" userDrawn="1">
          <p15:clr>
            <a:srgbClr val="A4A3A4"/>
          </p15:clr>
        </p15:guide>
        <p15:guide id="2" pos="4082" userDrawn="1">
          <p15:clr>
            <a:srgbClr val="A4A3A4"/>
          </p15:clr>
        </p15:guide>
        <p15:guide id="3" orient="horz" pos="1291">
          <p15:clr>
            <a:srgbClr val="A4A3A4"/>
          </p15:clr>
        </p15:guide>
        <p15:guide id="4" pos="576">
          <p15:clr>
            <a:srgbClr val="A4A3A4"/>
          </p15:clr>
        </p15:guide>
        <p15:guide id="5" orient="horz" pos="3177">
          <p15:clr>
            <a:srgbClr val="A4A3A4"/>
          </p15:clr>
        </p15:guide>
        <p15:guide id="6" orient="horz" pos="1179">
          <p15:clr>
            <a:srgbClr val="A4A3A4"/>
          </p15:clr>
        </p15:guide>
        <p15:guide id="7" pos="26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464747"/>
    <a:srgbClr val="1B6FB9"/>
    <a:srgbClr val="F4F4F4"/>
    <a:srgbClr val="D0D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08" autoAdjust="0"/>
    <p:restoredTop sz="96287"/>
  </p:normalViewPr>
  <p:slideViewPr>
    <p:cSldViewPr snapToGrid="0" snapToObjects="1" showGuides="1">
      <p:cViewPr varScale="1">
        <p:scale>
          <a:sx n="74" d="100"/>
          <a:sy n="74" d="100"/>
        </p:scale>
        <p:origin x="1152" y="51"/>
      </p:cViewPr>
      <p:guideLst>
        <p:guide orient="horz" pos="3181"/>
        <p:guide pos="4082"/>
        <p:guide orient="horz" pos="1291"/>
        <p:guide pos="576"/>
        <p:guide orient="horz" pos="3177"/>
        <p:guide orient="horz" pos="1179"/>
        <p:guide pos="26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18" d="100"/>
          <a:sy n="118" d="100"/>
        </p:scale>
        <p:origin x="3112" y="2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Relationship Id="rId34" Type="http://schemas.openxmlformats.org/officeDocument/2006/relationships/font" Target="fonts/font5.fntdata"/><Relationship Id="rId35" Type="http://schemas.openxmlformats.org/officeDocument/2006/relationships/font" Target="fonts/font6.fntdata"/><Relationship Id="rId36" Type="http://schemas.openxmlformats.org/officeDocument/2006/relationships/font" Target="fonts/font7.fntdata"/><Relationship Id="rId37" Type="http://schemas.openxmlformats.org/officeDocument/2006/relationships/font" Target="fonts/font8.fntdata"/><Relationship Id="rId38" Type="http://schemas.openxmlformats.org/officeDocument/2006/relationships/font" Target="fonts/font9.fntdata"/><Relationship Id="rId39" Type="http://schemas.openxmlformats.org/officeDocument/2006/relationships/font" Target="fonts/font10.fntdata"/><Relationship Id="rId40" Type="http://schemas.openxmlformats.org/officeDocument/2006/relationships/font" Target="fonts/font11.fntdata"/><Relationship Id="rId41" Type="http://schemas.openxmlformats.org/officeDocument/2006/relationships/font" Target="fonts/font12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364DC1C-20BD-424D-A7DB-0E813497E5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>
              <a:latin typeface="Montserrat Light" pitchFamily="2" charset="77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64DFA6-62DD-5749-8176-BA7B66FA3C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3C13B-AEE2-9D49-A16C-7EEB74F83564}" type="datetime1">
              <a:rPr lang="es-ES" smtClean="0">
                <a:latin typeface="Montserrat Light" pitchFamily="2" charset="77"/>
              </a:rPr>
              <a:t>17/10/2026</a:t>
            </a:fld>
            <a:endParaRPr lang="es-ES" dirty="0">
              <a:latin typeface="Montserrat Light" pitchFamily="2" charset="77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DCB9F3-D544-C74D-A43F-13E11FA297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>
              <a:latin typeface="Montserrat Light" pitchFamily="2" charset="77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E00BFE-155B-A44C-ADA6-94E520E5CB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87A51-7B0E-ED4A-B620-A51C55769841}" type="slidenum">
              <a:rPr lang="es-ES" smtClean="0">
                <a:latin typeface="Montserrat Light" pitchFamily="2" charset="77"/>
              </a:rPr>
              <a:t>‹#›</a:t>
            </a:fld>
            <a:endParaRPr lang="es-ES" dirty="0">
              <a:latin typeface="Montserra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832477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pitchFamily="2" charset="77"/>
              </a:defRPr>
            </a:lvl1pPr>
          </a:lstStyle>
          <a:p>
            <a:fld id="{EA766990-1CC8-114A-B16D-76EE7FFDE9C2}" type="datetime1">
              <a:rPr lang="es-ES" smtClean="0"/>
              <a:pPr/>
              <a:t>17/10/2026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pitchFamily="2" charset="77"/>
              </a:defRPr>
            </a:lvl1pPr>
          </a:lstStyle>
          <a:p>
            <a:fld id="{74F440C8-FB29-8B48-AA30-06B36916FE61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023900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ontserrat Light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9715A46B-FCB9-F845-87D7-935DCF3427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4423977" y="2137977"/>
            <a:ext cx="4720023" cy="472002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8205" y="3421402"/>
            <a:ext cx="4876800" cy="55432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z="2400" b="1" kern="4000" spc="100" dirty="0">
                <a:solidFill>
                  <a:schemeClr val="bg1"/>
                </a:solidFill>
                <a:latin typeface="Montserrat" pitchFamily="2" charset="77"/>
                <a:cs typeface="Helvetica"/>
              </a:rPr>
              <a:t>SUBTÍTULO LOREM IPSUM</a:t>
            </a:r>
            <a:endParaRPr lang="en-US" dirty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EFFB474E-9055-A44F-9358-347FE1D97FE6}"/>
              </a:ext>
            </a:extLst>
          </p:cNvPr>
          <p:cNvGrpSpPr/>
          <p:nvPr/>
        </p:nvGrpSpPr>
        <p:grpSpPr>
          <a:xfrm>
            <a:off x="1087853" y="1437373"/>
            <a:ext cx="1150485" cy="1150485"/>
            <a:chOff x="1518320" y="1889956"/>
            <a:chExt cx="1150485" cy="1150485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6405E62A-9BE3-B644-BC60-8DF186BB71CD}"/>
                </a:ext>
              </a:extLst>
            </p:cNvPr>
            <p:cNvSpPr/>
            <p:nvPr userDrawn="1"/>
          </p:nvSpPr>
          <p:spPr>
            <a:xfrm>
              <a:off x="1518321" y="1889956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6D28F245-1D7E-D84E-BFA9-B7DEB1A133FC}"/>
                </a:ext>
              </a:extLst>
            </p:cNvPr>
            <p:cNvSpPr/>
            <p:nvPr userDrawn="1"/>
          </p:nvSpPr>
          <p:spPr>
            <a:xfrm rot="5400000">
              <a:off x="1039567" y="2368710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5DD7A2F2-32D3-5342-9ADF-9A4A3C36A05A}"/>
              </a:ext>
            </a:extLst>
          </p:cNvPr>
          <p:cNvGrpSpPr/>
          <p:nvPr/>
        </p:nvGrpSpPr>
        <p:grpSpPr>
          <a:xfrm>
            <a:off x="6475193" y="4386249"/>
            <a:ext cx="1150485" cy="1150485"/>
            <a:chOff x="6475193" y="4386249"/>
            <a:chExt cx="1150485" cy="1150485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1E3A4683-2E19-0343-AA45-8F7F60CBC979}"/>
                </a:ext>
              </a:extLst>
            </p:cNvPr>
            <p:cNvSpPr/>
            <p:nvPr userDrawn="1"/>
          </p:nvSpPr>
          <p:spPr>
            <a:xfrm rot="10800000">
              <a:off x="6475193" y="5343756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4ABB98A1-184D-1A45-8DEE-A395F808C111}"/>
                </a:ext>
              </a:extLst>
            </p:cNvPr>
            <p:cNvSpPr/>
            <p:nvPr userDrawn="1"/>
          </p:nvSpPr>
          <p:spPr>
            <a:xfrm rot="16200000">
              <a:off x="6953947" y="4865002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39" name="Título 38">
            <a:extLst>
              <a:ext uri="{FF2B5EF4-FFF2-40B4-BE49-F238E27FC236}">
                <a16:creationId xmlns:a16="http://schemas.microsoft.com/office/drawing/2014/main" id="{866C5137-D460-E446-9FCB-CA976EA0A7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5353" y="1808970"/>
            <a:ext cx="5727545" cy="1491791"/>
          </a:xfrm>
        </p:spPr>
        <p:txBody>
          <a:bodyPr/>
          <a:lstStyle>
            <a:lvl1pPr algn="ctr">
              <a:defRPr cap="all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s-ES_tradnl" dirty="0"/>
              <a:t>Clic para editar titulo </a:t>
            </a:r>
            <a:endParaRPr lang="es-E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01D5BC6-AEC1-464E-B7E1-2D45FC8DAF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75"/>
          <a:stretch/>
        </p:blipFill>
        <p:spPr>
          <a:xfrm>
            <a:off x="1" y="799048"/>
            <a:ext cx="9144000" cy="6095388"/>
          </a:xfrm>
          <a:prstGeom prst="rect">
            <a:avLst/>
          </a:prstGeom>
        </p:spPr>
      </p:pic>
      <p:sp>
        <p:nvSpPr>
          <p:cNvPr id="15" name="Google Shape;25;p5">
            <a:extLst>
              <a:ext uri="{FF2B5EF4-FFF2-40B4-BE49-F238E27FC236}">
                <a16:creationId xmlns:a16="http://schemas.microsoft.com/office/drawing/2014/main" id="{CCCED744-D8E7-A04D-845A-7418FE0D334C}"/>
              </a:ext>
            </a:extLst>
          </p:cNvPr>
          <p:cNvSpPr/>
          <p:nvPr userDrawn="1"/>
        </p:nvSpPr>
        <p:spPr>
          <a:xfrm>
            <a:off x="-1" y="799048"/>
            <a:ext cx="9144000" cy="6095389"/>
          </a:xfrm>
          <a:prstGeom prst="rect">
            <a:avLst/>
          </a:prstGeom>
          <a:solidFill>
            <a:srgbClr val="000090">
              <a:alpha val="7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8459A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715A46B-FCB9-F845-87D7-935DCF3427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4423977" y="2137977"/>
            <a:ext cx="4720023" cy="4720023"/>
          </a:xfrm>
          <a:prstGeom prst="rect">
            <a:avLst/>
          </a:prstGeom>
        </p:spPr>
      </p:pic>
      <p:grpSp>
        <p:nvGrpSpPr>
          <p:cNvPr id="17" name="Grupo 27">
            <a:extLst>
              <a:ext uri="{FF2B5EF4-FFF2-40B4-BE49-F238E27FC236}">
                <a16:creationId xmlns:a16="http://schemas.microsoft.com/office/drawing/2014/main" id="{EFFB474E-9055-A44F-9358-347FE1D97FE6}"/>
              </a:ext>
            </a:extLst>
          </p:cNvPr>
          <p:cNvGrpSpPr/>
          <p:nvPr userDrawn="1"/>
        </p:nvGrpSpPr>
        <p:grpSpPr>
          <a:xfrm>
            <a:off x="1087853" y="1437373"/>
            <a:ext cx="1150485" cy="1150485"/>
            <a:chOff x="1518320" y="1889956"/>
            <a:chExt cx="1150485" cy="1150485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405E62A-9BE3-B644-BC60-8DF186BB71CD}"/>
                </a:ext>
              </a:extLst>
            </p:cNvPr>
            <p:cNvSpPr/>
            <p:nvPr userDrawn="1"/>
          </p:nvSpPr>
          <p:spPr>
            <a:xfrm>
              <a:off x="1518321" y="1889956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D28F245-1D7E-D84E-BFA9-B7DEB1A133FC}"/>
                </a:ext>
              </a:extLst>
            </p:cNvPr>
            <p:cNvSpPr/>
            <p:nvPr userDrawn="1"/>
          </p:nvSpPr>
          <p:spPr>
            <a:xfrm rot="5400000">
              <a:off x="1039567" y="2368710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20" name="Grupo 30">
            <a:extLst>
              <a:ext uri="{FF2B5EF4-FFF2-40B4-BE49-F238E27FC236}">
                <a16:creationId xmlns:a16="http://schemas.microsoft.com/office/drawing/2014/main" id="{5DD7A2F2-32D3-5342-9ADF-9A4A3C36A05A}"/>
              </a:ext>
            </a:extLst>
          </p:cNvPr>
          <p:cNvGrpSpPr/>
          <p:nvPr userDrawn="1"/>
        </p:nvGrpSpPr>
        <p:grpSpPr>
          <a:xfrm>
            <a:off x="6475193" y="4386249"/>
            <a:ext cx="1150485" cy="1150485"/>
            <a:chOff x="6475193" y="4386249"/>
            <a:chExt cx="1150485" cy="1150485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1E3A4683-2E19-0343-AA45-8F7F60CBC979}"/>
                </a:ext>
              </a:extLst>
            </p:cNvPr>
            <p:cNvSpPr/>
            <p:nvPr userDrawn="1"/>
          </p:nvSpPr>
          <p:spPr>
            <a:xfrm rot="10800000">
              <a:off x="6475193" y="5343756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4ABB98A1-184D-1A45-8DEE-A395F808C111}"/>
                </a:ext>
              </a:extLst>
            </p:cNvPr>
            <p:cNvSpPr/>
            <p:nvPr userDrawn="1"/>
          </p:nvSpPr>
          <p:spPr>
            <a:xfrm rot="16200000">
              <a:off x="6953947" y="4865002"/>
              <a:ext cx="1150484" cy="1929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121472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AdobeStock_190532267.jpeg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537" y="1063083"/>
            <a:ext cx="8482362" cy="5560742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F6F860D7-16E8-814F-B9D1-88FE86B7E0AD}"/>
              </a:ext>
            </a:extLst>
          </p:cNvPr>
          <p:cNvSpPr/>
          <p:nvPr/>
        </p:nvSpPr>
        <p:spPr>
          <a:xfrm>
            <a:off x="1876487" y="1849343"/>
            <a:ext cx="5519651" cy="37939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Google Shape;25;p5">
            <a:extLst>
              <a:ext uri="{FF2B5EF4-FFF2-40B4-BE49-F238E27FC236}">
                <a16:creationId xmlns:a16="http://schemas.microsoft.com/office/drawing/2014/main" id="{8FFAC7DF-6F96-C548-A217-31DE980C8052}"/>
              </a:ext>
            </a:extLst>
          </p:cNvPr>
          <p:cNvSpPr/>
          <p:nvPr/>
        </p:nvSpPr>
        <p:spPr>
          <a:xfrm>
            <a:off x="2086186" y="2062490"/>
            <a:ext cx="5100249" cy="2618207"/>
          </a:xfrm>
          <a:prstGeom prst="rect">
            <a:avLst/>
          </a:prstGeom>
          <a:solidFill>
            <a:srgbClr val="0003CA">
              <a:alpha val="7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8459A"/>
              </a:solidFill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23C7D76-A73D-7941-BB09-F262CE5639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99853" y="4132257"/>
            <a:ext cx="2057400" cy="365125"/>
          </a:xfrm>
        </p:spPr>
        <p:txBody>
          <a:bodyPr/>
          <a:lstStyle>
            <a:lvl1pPr algn="ctr">
              <a:defRPr sz="1600" b="1" i="0" spc="300">
                <a:solidFill>
                  <a:srgbClr val="F7F7F7"/>
                </a:solidFill>
                <a:latin typeface="Montserrat SemiBold" pitchFamily="2" charset="77"/>
              </a:defRPr>
            </a:lvl1pPr>
          </a:lstStyle>
          <a:p>
            <a:fld id="{C3E68EE0-02D4-7242-8DF0-77B97581CDC5}" type="datetime1">
              <a:rPr lang="es-ES" smtClean="0"/>
              <a:t>17/10/2026</a:t>
            </a:fld>
            <a:endParaRPr lang="es-E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9052A67B-78C8-5140-A51B-E731F673D14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2178205" y="3556903"/>
            <a:ext cx="4876800" cy="554326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7F7F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z="2400" b="1" kern="4000" spc="100" dirty="0">
                <a:solidFill>
                  <a:schemeClr val="bg1"/>
                </a:solidFill>
                <a:latin typeface="Montserrat" pitchFamily="2" charset="77"/>
                <a:cs typeface="Helvetica"/>
              </a:rPr>
              <a:t>SUBTÍTULO LOREM IPSUM</a:t>
            </a:r>
            <a:endParaRPr lang="en-US" dirty="0"/>
          </a:p>
        </p:txBody>
      </p:sp>
      <p:sp>
        <p:nvSpPr>
          <p:cNvPr id="11" name="Título 38">
            <a:extLst>
              <a:ext uri="{FF2B5EF4-FFF2-40B4-BE49-F238E27FC236}">
                <a16:creationId xmlns:a16="http://schemas.microsoft.com/office/drawing/2014/main" id="{866C5137-D460-E446-9FCB-CA976EA0A768}"/>
              </a:ext>
            </a:extLst>
          </p:cNvPr>
          <p:cNvSpPr txBox="1">
            <a:spLocks/>
          </p:cNvSpPr>
          <p:nvPr/>
        </p:nvSpPr>
        <p:spPr>
          <a:xfrm>
            <a:off x="2086185" y="2062490"/>
            <a:ext cx="5100250" cy="1491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bg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s-ES_tradnl" dirty="0"/>
              <a:t>portadilla</a:t>
            </a:r>
            <a:endParaRPr lang="es-ES" dirty="0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537" y="1063083"/>
            <a:ext cx="8482362" cy="5560742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6F860D7-16E8-814F-B9D1-88FE86B7E0AD}"/>
              </a:ext>
            </a:extLst>
          </p:cNvPr>
          <p:cNvSpPr/>
          <p:nvPr userDrawn="1"/>
        </p:nvSpPr>
        <p:spPr>
          <a:xfrm>
            <a:off x="1876487" y="1849343"/>
            <a:ext cx="5519651" cy="37939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Google Shape;25;p5">
            <a:extLst>
              <a:ext uri="{FF2B5EF4-FFF2-40B4-BE49-F238E27FC236}">
                <a16:creationId xmlns:a16="http://schemas.microsoft.com/office/drawing/2014/main" id="{8FFAC7DF-6F96-C548-A217-31DE980C8052}"/>
              </a:ext>
            </a:extLst>
          </p:cNvPr>
          <p:cNvSpPr/>
          <p:nvPr userDrawn="1"/>
        </p:nvSpPr>
        <p:spPr>
          <a:xfrm>
            <a:off x="2086186" y="2062490"/>
            <a:ext cx="5100249" cy="3347904"/>
          </a:xfrm>
          <a:prstGeom prst="rect">
            <a:avLst/>
          </a:prstGeom>
          <a:solidFill>
            <a:srgbClr val="0003CA">
              <a:alpha val="7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8459A"/>
              </a:solidFill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2086186" y="2263988"/>
            <a:ext cx="5100250" cy="713016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s-ES_tradnl" dirty="0"/>
              <a:t>PORTADILLA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593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STA DE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he About…">
            <a:extLst>
              <a:ext uri="{FF2B5EF4-FFF2-40B4-BE49-F238E27FC236}">
                <a16:creationId xmlns:a16="http://schemas.microsoft.com/office/drawing/2014/main" id="{28F1CFED-82CC-114B-BA67-8DB7003DC820}"/>
              </a:ext>
            </a:extLst>
          </p:cNvPr>
          <p:cNvSpPr txBox="1"/>
          <p:nvPr/>
        </p:nvSpPr>
        <p:spPr>
          <a:xfrm>
            <a:off x="4406089" y="1266291"/>
            <a:ext cx="4332917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4800" b="1" kern="1000" spc="300" dirty="0">
                <a:solidFill>
                  <a:srgbClr val="E2E3E1"/>
                </a:solidFill>
                <a:latin typeface="Montserrat" pitchFamily="2" charset="77"/>
                <a:cs typeface="Helvetica"/>
              </a:rPr>
              <a:t>CONTENIDO</a:t>
            </a: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833480"/>
            <a:ext cx="3648728" cy="6024520"/>
          </a:xfrm>
          <a:prstGeom prst="rect">
            <a:avLst/>
          </a:prstGeom>
        </p:spPr>
        <p:txBody>
          <a:bodyPr lIns="720000" tIns="608400" rIns="720000" rtlCol="0" anchor="t">
            <a:normAutofit/>
          </a:bodyPr>
          <a:lstStyle>
            <a:lvl1pPr marL="0" indent="0" algn="ctr" rtl="0">
              <a:lnSpc>
                <a:spcPct val="90000"/>
              </a:lnSpc>
              <a:buNone/>
              <a:defRPr lang="es-ES" sz="1400" spc="4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Haga clic para agregar una imagen</a:t>
            </a:r>
          </a:p>
        </p:txBody>
      </p:sp>
      <p:sp>
        <p:nvSpPr>
          <p:cNvPr id="6" name="Marcador de texto 11">
            <a:extLst>
              <a:ext uri="{FF2B5EF4-FFF2-40B4-BE49-F238E27FC236}">
                <a16:creationId xmlns:a16="http://schemas.microsoft.com/office/drawing/2014/main" id="{48B13D66-5DC5-255E-ABBD-81418BD7E6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4817217"/>
            <a:ext cx="3648728" cy="2040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  <a:alpha val="88000"/>
                </a:schemeClr>
              </a:gs>
              <a:gs pos="23000">
                <a:schemeClr val="accent1">
                  <a:lumMod val="89000"/>
                  <a:alpha val="88000"/>
                </a:schemeClr>
              </a:gs>
              <a:gs pos="68000">
                <a:schemeClr val="accent1">
                  <a:lumMod val="75000"/>
                  <a:alpha val="87000"/>
                </a:schemeClr>
              </a:gs>
              <a:gs pos="97000">
                <a:schemeClr val="accent1">
                  <a:lumMod val="7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lIns="432000" tIns="72000" rIns="432000" bIns="72000" rtlCol="0" anchor="ctr">
            <a:normAutofit/>
          </a:bodyPr>
          <a:lstStyle>
            <a:lvl1pPr marL="0" indent="0" algn="ctr">
              <a:buNone/>
              <a:defRPr lang="es-ES" sz="1400" i="0" cap="none" spc="20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2351" y="2265844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60606" y="2535244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8A7C2A8B-EB4E-027C-1617-CD18B2F58DE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60605" y="2348662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476807FF-0153-D989-1210-16A9BB3CFA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60606" y="3543648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0A643210-76F2-DC9C-C2E3-A4B535C8AE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60605" y="4358216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7" name="Marcador de texto 17">
            <a:extLst>
              <a:ext uri="{FF2B5EF4-FFF2-40B4-BE49-F238E27FC236}">
                <a16:creationId xmlns:a16="http://schemas.microsoft.com/office/drawing/2014/main" id="{397AB93E-947F-2434-6960-20608B794D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60606" y="4552052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055E7203-4BC6-2547-320A-47E844E7E8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60605" y="5366620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FCF07314-587A-A5B5-2114-7C4586D04F8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60606" y="5560456"/>
            <a:ext cx="3381424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8A7C2A8B-EB4E-027C-1617-CD18B2F58D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60605" y="3356885"/>
            <a:ext cx="33814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2351" y="3301673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52351" y="4310260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52351" y="5317635"/>
            <a:ext cx="802867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3344023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A DE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he About…">
            <a:extLst>
              <a:ext uri="{FF2B5EF4-FFF2-40B4-BE49-F238E27FC236}">
                <a16:creationId xmlns:a16="http://schemas.microsoft.com/office/drawing/2014/main" id="{28F1CFED-82CC-114B-BA67-8DB7003DC820}"/>
              </a:ext>
            </a:extLst>
          </p:cNvPr>
          <p:cNvSpPr txBox="1"/>
          <p:nvPr/>
        </p:nvSpPr>
        <p:spPr>
          <a:xfrm>
            <a:off x="2368800" y="1036246"/>
            <a:ext cx="4332917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4800" b="1" kern="1000" spc="300" dirty="0">
                <a:solidFill>
                  <a:srgbClr val="E2E3E1"/>
                </a:solidFill>
                <a:latin typeface="Montserrat" pitchFamily="2" charset="77"/>
                <a:cs typeface="Helvetica"/>
              </a:rPr>
              <a:t>CONTENIDO</a:t>
            </a: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4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5693" y="2465486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35692" y="2769514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8A7C2A8B-EB4E-027C-1617-CD18B2F58DE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5692" y="3764166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476807FF-0153-D989-1210-16A9BB3CFA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35692" y="4059202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0A643210-76F2-DC9C-C2E3-A4B535C8AE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42303" y="2459371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37" name="Marcador de texto 17">
            <a:extLst>
              <a:ext uri="{FF2B5EF4-FFF2-40B4-BE49-F238E27FC236}">
                <a16:creationId xmlns:a16="http://schemas.microsoft.com/office/drawing/2014/main" id="{397AB93E-947F-2434-6960-20608B794D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42303" y="2768578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055E7203-4BC6-2547-320A-47E844E7E8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39733" y="3763419"/>
            <a:ext cx="2616101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rgbClr val="686868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FCF07314-587A-A5B5-2114-7C4586D04F8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39734" y="4059202"/>
            <a:ext cx="3103414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794090E6-3F4F-A8C6-CB69-E04F82EBD80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68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D52AA0B9-D2FE-7DF3-F8D0-0A8134184EF4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620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9" name="Marcador de posición de imagen 2">
            <a:extLst>
              <a:ext uri="{FF2B5EF4-FFF2-40B4-BE49-F238E27FC236}">
                <a16:creationId xmlns:a16="http://schemas.microsoft.com/office/drawing/2014/main" id="{AA858C0E-7F72-9050-37AB-F1D2489E8BB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2472000" y="5050800"/>
            <a:ext cx="2044800" cy="14940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 rtl="0">
              <a:buNone/>
              <a:defRPr lang="es-ES" sz="1200" spc="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22FB4C1-1DAF-3097-2EC4-3470EFF4ACEC}"/>
              </a:ext>
            </a:extLst>
          </p:cNvPr>
          <p:cNvCxnSpPr>
            <a:cxnSpLocks/>
          </p:cNvCxnSpPr>
          <p:nvPr/>
        </p:nvCxnSpPr>
        <p:spPr>
          <a:xfrm>
            <a:off x="3989032" y="1891752"/>
            <a:ext cx="1165936" cy="0"/>
          </a:xfrm>
          <a:prstGeom prst="line">
            <a:avLst/>
          </a:prstGeom>
          <a:ln w="50800" cap="rnd">
            <a:solidFill>
              <a:schemeClr val="bg1">
                <a:lumMod val="85000"/>
              </a:schemeClr>
            </a:solidFill>
            <a:prstDash val="solid"/>
          </a:ln>
          <a:effectLst>
            <a:outerShdw blurRad="40000" dist="20000" dir="5400000" sx="89000" sy="89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he About…">
            <a:extLst>
              <a:ext uri="{FF2B5EF4-FFF2-40B4-BE49-F238E27FC236}">
                <a16:creationId xmlns:a16="http://schemas.microsoft.com/office/drawing/2014/main" id="{28F1CFED-82CC-114B-BA67-8DB7003DC820}"/>
              </a:ext>
            </a:extLst>
          </p:cNvPr>
          <p:cNvSpPr txBox="1"/>
          <p:nvPr userDrawn="1"/>
        </p:nvSpPr>
        <p:spPr>
          <a:xfrm>
            <a:off x="2368800" y="1036246"/>
            <a:ext cx="4332917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4800" b="1" kern="1000" spc="300" dirty="0">
                <a:solidFill>
                  <a:srgbClr val="E2E3E1"/>
                </a:solidFill>
                <a:latin typeface="Montserrat" pitchFamily="2" charset="77"/>
                <a:cs typeface="Helvetica"/>
              </a:rPr>
              <a:t>CONTENIDO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22FB4C1-1DAF-3097-2EC4-3470EFF4ACEC}"/>
              </a:ext>
            </a:extLst>
          </p:cNvPr>
          <p:cNvCxnSpPr>
            <a:cxnSpLocks/>
          </p:cNvCxnSpPr>
          <p:nvPr userDrawn="1"/>
        </p:nvCxnSpPr>
        <p:spPr>
          <a:xfrm>
            <a:off x="3989032" y="1891752"/>
            <a:ext cx="1165936" cy="0"/>
          </a:xfrm>
          <a:prstGeom prst="line">
            <a:avLst/>
          </a:prstGeom>
          <a:ln w="50800" cap="rnd">
            <a:solidFill>
              <a:schemeClr val="bg1">
                <a:lumMod val="85000"/>
              </a:schemeClr>
            </a:solidFill>
            <a:prstDash val="solid"/>
          </a:ln>
          <a:effectLst>
            <a:outerShdw blurRad="40000" dist="20000" dir="5400000" sx="89000" sy="89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590" y="2382820"/>
            <a:ext cx="773899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2590" y="3696755"/>
            <a:ext cx="773899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68404" y="2382820"/>
            <a:ext cx="773899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91270" y="3687553"/>
            <a:ext cx="851033" cy="61446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6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3669672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a foto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37200" y="1000800"/>
            <a:ext cx="3610800" cy="5122800"/>
          </a:xfrm>
          <a:prstGeom prst="rect">
            <a:avLst/>
          </a:prstGeom>
        </p:spPr>
        <p:txBody>
          <a:bodyPr lIns="576000" tIns="561600" rIns="576000" rtlCol="0">
            <a:normAutofit/>
          </a:bodyPr>
          <a:lstStyle>
            <a:lvl1pPr marL="0" indent="0" algn="ctr" rtl="0">
              <a:buNone/>
              <a:defRPr lang="es-ES" sz="1400" spc="3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6" name="Marcador de texto 11">
            <a:extLst>
              <a:ext uri="{FF2B5EF4-FFF2-40B4-BE49-F238E27FC236}">
                <a16:creationId xmlns:a16="http://schemas.microsoft.com/office/drawing/2014/main" id="{48B13D66-5DC5-255E-ABBD-81418BD7E6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7200" y="4255200"/>
            <a:ext cx="3610800" cy="1868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  <a:alpha val="88000"/>
                </a:schemeClr>
              </a:gs>
              <a:gs pos="23000">
                <a:schemeClr val="accent1">
                  <a:lumMod val="89000"/>
                  <a:alpha val="88000"/>
                </a:schemeClr>
              </a:gs>
              <a:gs pos="68000">
                <a:schemeClr val="accent1">
                  <a:lumMod val="75000"/>
                  <a:alpha val="87000"/>
                </a:schemeClr>
              </a:gs>
              <a:gs pos="97000">
                <a:schemeClr val="accent1">
                  <a:lumMod val="7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lIns="432000" tIns="72000" rIns="432000" bIns="72000" rtlCol="0" anchor="ctr">
            <a:normAutofit/>
          </a:bodyPr>
          <a:lstStyle>
            <a:lvl1pPr marL="0" indent="0" algn="ctr">
              <a:buNone/>
              <a:defRPr lang="es-ES" sz="1400" i="0" cap="none" spc="20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1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200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CD0D4DC7-28EA-E67B-CE48-DB167CDC59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670370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S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04000" y="1216800"/>
            <a:ext cx="3888000" cy="2214000"/>
          </a:xfrm>
          <a:prstGeom prst="rect">
            <a:avLst/>
          </a:prstGeom>
        </p:spPr>
        <p:txBody>
          <a:bodyPr lIns="576000" tIns="46800" rIns="576000" rtlCol="0" anchor="ctr">
            <a:normAutofit/>
          </a:bodyPr>
          <a:lstStyle>
            <a:lvl1pPr marL="0" indent="0" algn="ctr" rtl="0">
              <a:lnSpc>
                <a:spcPct val="120000"/>
              </a:lnSpc>
              <a:buNone/>
              <a:defRPr lang="es-ES" sz="14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200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2" name="Marcador de texto 17">
            <a:extLst>
              <a:ext uri="{FF2B5EF4-FFF2-40B4-BE49-F238E27FC236}">
                <a16:creationId xmlns:a16="http://schemas.microsoft.com/office/drawing/2014/main" id="{CD0D4DC7-28EA-E67B-CE48-DB167CDC59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004000" y="3585600"/>
            <a:ext cx="3888000" cy="2214000"/>
          </a:xfrm>
          <a:prstGeom prst="rect">
            <a:avLst/>
          </a:prstGeom>
        </p:spPr>
        <p:txBody>
          <a:bodyPr lIns="576000" tIns="46800" rIns="576000" rtlCol="0" anchor="ctr">
            <a:normAutofit/>
          </a:bodyPr>
          <a:lstStyle>
            <a:lvl1pPr marL="0" indent="0" algn="ctr" rtl="0">
              <a:lnSpc>
                <a:spcPct val="120000"/>
              </a:lnSpc>
              <a:buNone/>
              <a:defRPr lang="es-ES" sz="14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9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748363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S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69200" y="1008000"/>
            <a:ext cx="1965600" cy="2566800"/>
          </a:xfrm>
          <a:prstGeom prst="rect">
            <a:avLst/>
          </a:prstGeom>
        </p:spPr>
        <p:txBody>
          <a:bodyPr lIns="216000" rIns="216000" rtlCol="0" anchor="ctr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1591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0715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2" name="Marcador de texto 17">
            <a:extLst>
              <a:ext uri="{FF2B5EF4-FFF2-40B4-BE49-F238E27FC236}">
                <a16:creationId xmlns:a16="http://schemas.microsoft.com/office/drawing/2014/main" id="{CD0D4DC7-28EA-E67B-CE48-DB167CDC59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5839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8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840000" y="3852621"/>
            <a:ext cx="1965600" cy="2566800"/>
          </a:xfrm>
          <a:prstGeom prst="rect">
            <a:avLst/>
          </a:prstGeom>
        </p:spPr>
        <p:txBody>
          <a:bodyPr lIns="216000" rIns="216000" rtlCol="0" anchor="ctr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17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669200" y="3852621"/>
            <a:ext cx="1965600" cy="2566800"/>
          </a:xfrm>
          <a:prstGeom prst="rect">
            <a:avLst/>
          </a:prstGeom>
        </p:spPr>
        <p:txBody>
          <a:bodyPr lIns="216000" tIns="374400" rIns="216000" rtlCol="0" anchor="t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E067E1CE-05F3-3CBB-CFD4-BD8C78B7DD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9200" y="5154425"/>
            <a:ext cx="1965600" cy="126886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  <a:alpha val="88000"/>
                </a:schemeClr>
              </a:gs>
              <a:gs pos="23000">
                <a:schemeClr val="accent1">
                  <a:lumMod val="89000"/>
                  <a:alpha val="88000"/>
                </a:schemeClr>
              </a:gs>
              <a:gs pos="68000">
                <a:schemeClr val="accent1">
                  <a:lumMod val="75000"/>
                  <a:alpha val="87000"/>
                </a:schemeClr>
              </a:gs>
              <a:gs pos="97000">
                <a:schemeClr val="accent1">
                  <a:lumMod val="70000"/>
                  <a:alpha val="8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lIns="432000" tIns="72000" rIns="432000" bIns="72000" rtlCol="0" anchor="ctr">
            <a:normAutofit/>
          </a:bodyPr>
          <a:lstStyle>
            <a:lvl1pPr marL="0" indent="0" algn="ctr">
              <a:buNone/>
              <a:defRPr lang="es-ES" sz="1200" i="0" cap="none" spc="20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un título</a:t>
            </a:r>
          </a:p>
        </p:txBody>
      </p:sp>
      <p:sp>
        <p:nvSpPr>
          <p:cNvPr id="16" name="Marcador de posición de imagen 2">
            <a:extLst>
              <a:ext uri="{FF2B5EF4-FFF2-40B4-BE49-F238E27FC236}">
                <a16:creationId xmlns:a16="http://schemas.microsoft.com/office/drawing/2014/main" id="{CA37364F-5CFA-FBDE-115D-327BBCD796D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840000" y="1008000"/>
            <a:ext cx="1965600" cy="2566800"/>
          </a:xfrm>
          <a:prstGeom prst="rect">
            <a:avLst/>
          </a:prstGeom>
        </p:spPr>
        <p:txBody>
          <a:bodyPr lIns="216000" rIns="216000" rtlCol="0" anchor="ctr">
            <a:normAutofit/>
          </a:bodyPr>
          <a:lstStyle>
            <a:lvl1pPr marL="0" indent="0" algn="ctr" rtl="0">
              <a:buNone/>
              <a:defRPr lang="es-ES" sz="1200" spc="200" baseline="0">
                <a:solidFill>
                  <a:srgbClr val="7C7C7C"/>
                </a:solidFill>
              </a:defRPr>
            </a:lvl1pPr>
          </a:lstStyle>
          <a:p>
            <a:pPr rtl="0"/>
            <a:r>
              <a:rPr lang="es-ES" dirty="0"/>
              <a:t>Haga clic para agregar una imagen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301153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SmartArt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5" name="Marcador de SmartArt 24">
            <a:extLst>
              <a:ext uri="{FF2B5EF4-FFF2-40B4-BE49-F238E27FC236}">
                <a16:creationId xmlns:a16="http://schemas.microsoft.com/office/drawing/2014/main" id="{76AD4C4E-4A46-5B0E-CDD2-4EFA36B4FB6A}"/>
              </a:ext>
            </a:extLst>
          </p:cNvPr>
          <p:cNvSpPr>
            <a:spLocks noGrp="1"/>
          </p:cNvSpPr>
          <p:nvPr>
            <p:ph type="dgm" sz="quarter" idx="10" hasCustomPrompt="1"/>
          </p:nvPr>
        </p:nvSpPr>
        <p:spPr>
          <a:xfrm>
            <a:off x="4464049" y="1098550"/>
            <a:ext cx="4384675" cy="5191125"/>
          </a:xfrm>
        </p:spPr>
        <p:txBody>
          <a:bodyPr lIns="288000" rIns="288000" anchor="ctr">
            <a:normAutofit/>
          </a:bodyPr>
          <a:lstStyle>
            <a:lvl1pPr marL="0" indent="0" algn="ctr">
              <a:buNone/>
              <a:defRPr sz="1200">
                <a:solidFill>
                  <a:srgbClr val="7C7C7C"/>
                </a:solidFill>
              </a:defRPr>
            </a:lvl1pPr>
          </a:lstStyle>
          <a:p>
            <a:r>
              <a:rPr lang="es-ES" dirty="0"/>
              <a:t>Insertar elemento gráfico SmartArt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88200DBC-84FE-5D9C-1B77-390356BFC7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1C2E79A8-AE62-BE30-5739-C86EE00360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159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0F781AF8-9E23-F38E-9875-1C3EA95D729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709751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n contenido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88200DBC-84FE-5D9C-1B77-390356BFC7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00" y="2170800"/>
            <a:ext cx="3381425" cy="44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1600" b="0" i="0" cap="none" spc="150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0F781AF8-9E23-F38E-9875-1C3EA95D729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01" y="1094400"/>
            <a:ext cx="3381424" cy="101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marL="0" indent="0" algn="l">
              <a:buNone/>
              <a:defRPr lang="es-ES" sz="3600" b="1" i="0" cap="all" spc="150" baseline="0">
                <a:solidFill>
                  <a:srgbClr val="464747"/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15" name="Marcador de contenido 14"/>
          <p:cNvSpPr>
            <a:spLocks noGrp="1"/>
          </p:cNvSpPr>
          <p:nvPr>
            <p:ph sz="quarter" idx="36" hasCustomPrompt="1"/>
          </p:nvPr>
        </p:nvSpPr>
        <p:spPr>
          <a:xfrm>
            <a:off x="4464049" y="1098549"/>
            <a:ext cx="4384675" cy="5191125"/>
          </a:xfrm>
        </p:spPr>
        <p:txBody>
          <a:bodyPr tIns="982800">
            <a:normAutofit/>
          </a:bodyPr>
          <a:lstStyle>
            <a:lvl1pPr marL="0" indent="0" algn="ctr">
              <a:buNone/>
              <a:defRPr sz="1200" baseline="0">
                <a:solidFill>
                  <a:srgbClr val="D0D0D0"/>
                </a:solidFill>
              </a:defRPr>
            </a:lvl1pPr>
          </a:lstStyle>
          <a:p>
            <a:r>
              <a:rPr lang="es-ES" dirty="0"/>
              <a:t>Haga clic para Insertar contenido</a:t>
            </a:r>
          </a:p>
        </p:txBody>
      </p:sp>
      <p:sp>
        <p:nvSpPr>
          <p:cNvPr id="14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 userDrawn="1"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4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1C2E79A8-AE62-BE30-5739-C86EE00360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00" y="2861590"/>
            <a:ext cx="3381424" cy="68223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2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Haga clic para agregar una descripción de título</a:t>
            </a:r>
          </a:p>
          <a:p>
            <a:pPr lvl="0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64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ENDARIO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6572515" y="1266291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2" name="Marcador de texto 22">
            <a:extLst>
              <a:ext uri="{FF2B5EF4-FFF2-40B4-BE49-F238E27FC236}">
                <a16:creationId xmlns:a16="http://schemas.microsoft.com/office/drawing/2014/main" id="{16079219-2EDC-73EC-67FB-6B31647D73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8019" y="2071593"/>
            <a:ext cx="22515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Día Mes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D312D3C3-6729-03B8-31BA-AF0B634F3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8019" y="2579079"/>
            <a:ext cx="2251564" cy="41265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41F5020A-CD70-6D1F-B43F-0EC1C1C9BD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68262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31</a:t>
            </a:r>
          </a:p>
        </p:txBody>
      </p:sp>
      <p:sp>
        <p:nvSpPr>
          <p:cNvPr id="27" name="Marcador de texto 22">
            <a:extLst>
              <a:ext uri="{FF2B5EF4-FFF2-40B4-BE49-F238E27FC236}">
                <a16:creationId xmlns:a16="http://schemas.microsoft.com/office/drawing/2014/main" id="{BB97BB76-02C9-1573-70C9-D7D9229B69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74233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</a:t>
            </a:r>
          </a:p>
        </p:txBody>
      </p:sp>
      <p:sp>
        <p:nvSpPr>
          <p:cNvPr id="28" name="Marcador de texto 22">
            <a:extLst>
              <a:ext uri="{FF2B5EF4-FFF2-40B4-BE49-F238E27FC236}">
                <a16:creationId xmlns:a16="http://schemas.microsoft.com/office/drawing/2014/main" id="{78101FF6-D40B-8830-4F50-1C1691C5DF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80204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</a:t>
            </a:r>
          </a:p>
        </p:txBody>
      </p:sp>
      <p:sp>
        <p:nvSpPr>
          <p:cNvPr id="29" name="Marcador de texto 22">
            <a:extLst>
              <a:ext uri="{FF2B5EF4-FFF2-40B4-BE49-F238E27FC236}">
                <a16:creationId xmlns:a16="http://schemas.microsoft.com/office/drawing/2014/main" id="{A6D02B75-3FB5-C54C-AA0F-6AB0B51EC81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86175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</a:t>
            </a:r>
          </a:p>
        </p:txBody>
      </p:sp>
      <p:sp>
        <p:nvSpPr>
          <p:cNvPr id="30" name="Marcador de texto 22">
            <a:extLst>
              <a:ext uri="{FF2B5EF4-FFF2-40B4-BE49-F238E27FC236}">
                <a16:creationId xmlns:a16="http://schemas.microsoft.com/office/drawing/2014/main" id="{B0CD0E9F-22EA-3766-FF1D-9ADEEC331F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2146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4</a:t>
            </a:r>
          </a:p>
        </p:txBody>
      </p:sp>
      <p:sp>
        <p:nvSpPr>
          <p:cNvPr id="31" name="Marcador de texto 22">
            <a:extLst>
              <a:ext uri="{FF2B5EF4-FFF2-40B4-BE49-F238E27FC236}">
                <a16:creationId xmlns:a16="http://schemas.microsoft.com/office/drawing/2014/main" id="{AFF67DE6-B0AD-548A-A68D-1827B4E229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8117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5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B921DA29-5CE4-D119-632C-ED6612541F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04089" y="32045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6</a:t>
            </a:r>
          </a:p>
        </p:txBody>
      </p:sp>
      <p:sp>
        <p:nvSpPr>
          <p:cNvPr id="34" name="Marcador de texto 22">
            <a:extLst>
              <a:ext uri="{FF2B5EF4-FFF2-40B4-BE49-F238E27FC236}">
                <a16:creationId xmlns:a16="http://schemas.microsoft.com/office/drawing/2014/main" id="{03809904-3C16-0CF1-5352-5ADD11463F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68262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7</a:t>
            </a:r>
          </a:p>
        </p:txBody>
      </p:sp>
      <p:sp>
        <p:nvSpPr>
          <p:cNvPr id="35" name="Marcador de texto 22">
            <a:extLst>
              <a:ext uri="{FF2B5EF4-FFF2-40B4-BE49-F238E27FC236}">
                <a16:creationId xmlns:a16="http://schemas.microsoft.com/office/drawing/2014/main" id="{65B822BF-F9BC-E282-D473-0787F075BE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74233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8</a:t>
            </a:r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2F7E5DD6-361F-273D-BD6D-AA1752E7C9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80204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9</a:t>
            </a: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337388A5-B5C7-1C2A-9AF8-4D21E0F1B13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86175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10</a:t>
            </a:r>
          </a:p>
        </p:txBody>
      </p:sp>
      <p:sp>
        <p:nvSpPr>
          <p:cNvPr id="38" name="Marcador de texto 22">
            <a:extLst>
              <a:ext uri="{FF2B5EF4-FFF2-40B4-BE49-F238E27FC236}">
                <a16:creationId xmlns:a16="http://schemas.microsoft.com/office/drawing/2014/main" id="{B09661A8-2D06-17BA-A4F5-58BAF2B300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2146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11</a:t>
            </a:r>
          </a:p>
        </p:txBody>
      </p:sp>
      <p:sp>
        <p:nvSpPr>
          <p:cNvPr id="39" name="Marcador de texto 22">
            <a:extLst>
              <a:ext uri="{FF2B5EF4-FFF2-40B4-BE49-F238E27FC236}">
                <a16:creationId xmlns:a16="http://schemas.microsoft.com/office/drawing/2014/main" id="{A3FDC5C4-484E-C730-524C-E07A5D30311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98117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12</a:t>
            </a:r>
          </a:p>
        </p:txBody>
      </p:sp>
      <p:sp>
        <p:nvSpPr>
          <p:cNvPr id="40" name="Marcador de texto 22">
            <a:extLst>
              <a:ext uri="{FF2B5EF4-FFF2-40B4-BE49-F238E27FC236}">
                <a16:creationId xmlns:a16="http://schemas.microsoft.com/office/drawing/2014/main" id="{8E73DC5A-B8D0-CF63-530B-BDDE4264466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04089" y="3727082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13</a:t>
            </a:r>
          </a:p>
        </p:txBody>
      </p:sp>
      <p:sp>
        <p:nvSpPr>
          <p:cNvPr id="41" name="Marcador de texto 22">
            <a:extLst>
              <a:ext uri="{FF2B5EF4-FFF2-40B4-BE49-F238E27FC236}">
                <a16:creationId xmlns:a16="http://schemas.microsoft.com/office/drawing/2014/main" id="{237A4BD5-C477-D9BE-9FEA-B498D4623B5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68262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14</a:t>
            </a:r>
          </a:p>
        </p:txBody>
      </p:sp>
      <p:sp>
        <p:nvSpPr>
          <p:cNvPr id="42" name="Marcador de texto 22">
            <a:extLst>
              <a:ext uri="{FF2B5EF4-FFF2-40B4-BE49-F238E27FC236}">
                <a16:creationId xmlns:a16="http://schemas.microsoft.com/office/drawing/2014/main" id="{A8B3E351-AB7C-7396-CE39-B2A588489A9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4233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15</a:t>
            </a:r>
          </a:p>
        </p:txBody>
      </p:sp>
      <p:sp>
        <p:nvSpPr>
          <p:cNvPr id="43" name="Marcador de texto 22">
            <a:extLst>
              <a:ext uri="{FF2B5EF4-FFF2-40B4-BE49-F238E27FC236}">
                <a16:creationId xmlns:a16="http://schemas.microsoft.com/office/drawing/2014/main" id="{01781717-B29D-B3FD-8531-6CDEC3D6EDD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580204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16</a:t>
            </a:r>
          </a:p>
        </p:txBody>
      </p:sp>
      <p:sp>
        <p:nvSpPr>
          <p:cNvPr id="44" name="Marcador de texto 22">
            <a:extLst>
              <a:ext uri="{FF2B5EF4-FFF2-40B4-BE49-F238E27FC236}">
                <a16:creationId xmlns:a16="http://schemas.microsoft.com/office/drawing/2014/main" id="{D2F9F204-F2BA-78E6-2B38-0A6E422979E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186175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17</a:t>
            </a:r>
          </a:p>
        </p:txBody>
      </p:sp>
      <p:sp>
        <p:nvSpPr>
          <p:cNvPr id="45" name="Marcador de texto 22">
            <a:extLst>
              <a:ext uri="{FF2B5EF4-FFF2-40B4-BE49-F238E27FC236}">
                <a16:creationId xmlns:a16="http://schemas.microsoft.com/office/drawing/2014/main" id="{5867B5F8-7A8F-8C23-7EEF-CEA1394FF79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792146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18</a:t>
            </a:r>
          </a:p>
        </p:txBody>
      </p:sp>
      <p:sp>
        <p:nvSpPr>
          <p:cNvPr id="46" name="Marcador de texto 22">
            <a:extLst>
              <a:ext uri="{FF2B5EF4-FFF2-40B4-BE49-F238E27FC236}">
                <a16:creationId xmlns:a16="http://schemas.microsoft.com/office/drawing/2014/main" id="{3A73063D-FB2D-0417-541C-43C242E90D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98117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19</a:t>
            </a:r>
          </a:p>
        </p:txBody>
      </p:sp>
      <p:sp>
        <p:nvSpPr>
          <p:cNvPr id="47" name="Marcador de texto 22">
            <a:extLst>
              <a:ext uri="{FF2B5EF4-FFF2-40B4-BE49-F238E27FC236}">
                <a16:creationId xmlns:a16="http://schemas.microsoft.com/office/drawing/2014/main" id="{7ED7186F-4F4A-09AD-BA96-4469379690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04089" y="4227825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20</a:t>
            </a:r>
          </a:p>
        </p:txBody>
      </p:sp>
      <p:sp>
        <p:nvSpPr>
          <p:cNvPr id="48" name="Marcador de texto 22">
            <a:extLst>
              <a:ext uri="{FF2B5EF4-FFF2-40B4-BE49-F238E27FC236}">
                <a16:creationId xmlns:a16="http://schemas.microsoft.com/office/drawing/2014/main" id="{74CE0B92-8388-58BE-E479-6C8E47E2AE3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68262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21</a:t>
            </a:r>
          </a:p>
        </p:txBody>
      </p:sp>
      <p:sp>
        <p:nvSpPr>
          <p:cNvPr id="49" name="Marcador de texto 22">
            <a:extLst>
              <a:ext uri="{FF2B5EF4-FFF2-40B4-BE49-F238E27FC236}">
                <a16:creationId xmlns:a16="http://schemas.microsoft.com/office/drawing/2014/main" id="{036280CF-47C0-40C9-CD34-6A52C840EFB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74233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22</a:t>
            </a:r>
          </a:p>
        </p:txBody>
      </p:sp>
      <p:sp>
        <p:nvSpPr>
          <p:cNvPr id="50" name="Marcador de texto 22">
            <a:extLst>
              <a:ext uri="{FF2B5EF4-FFF2-40B4-BE49-F238E27FC236}">
                <a16:creationId xmlns:a16="http://schemas.microsoft.com/office/drawing/2014/main" id="{26B08A67-6B06-F0DF-6439-DE30D0DD76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80204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23</a:t>
            </a:r>
          </a:p>
        </p:txBody>
      </p:sp>
      <p:sp>
        <p:nvSpPr>
          <p:cNvPr id="51" name="Marcador de texto 22">
            <a:extLst>
              <a:ext uri="{FF2B5EF4-FFF2-40B4-BE49-F238E27FC236}">
                <a16:creationId xmlns:a16="http://schemas.microsoft.com/office/drawing/2014/main" id="{00E5C518-C294-FFD9-3533-7F9F12A028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186175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24</a:t>
            </a:r>
          </a:p>
        </p:txBody>
      </p:sp>
      <p:sp>
        <p:nvSpPr>
          <p:cNvPr id="52" name="Marcador de texto 22">
            <a:extLst>
              <a:ext uri="{FF2B5EF4-FFF2-40B4-BE49-F238E27FC236}">
                <a16:creationId xmlns:a16="http://schemas.microsoft.com/office/drawing/2014/main" id="{9DE9EB67-0F0D-5DB5-59CA-6FF2A2E08DE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792146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25</a:t>
            </a:r>
          </a:p>
        </p:txBody>
      </p:sp>
      <p:sp>
        <p:nvSpPr>
          <p:cNvPr id="53" name="Marcador de texto 22">
            <a:extLst>
              <a:ext uri="{FF2B5EF4-FFF2-40B4-BE49-F238E27FC236}">
                <a16:creationId xmlns:a16="http://schemas.microsoft.com/office/drawing/2014/main" id="{83E59965-6DB9-2BBD-57C3-8E85E530070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98117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26</a:t>
            </a:r>
          </a:p>
        </p:txBody>
      </p:sp>
      <p:sp>
        <p:nvSpPr>
          <p:cNvPr id="54" name="Marcador de texto 22">
            <a:extLst>
              <a:ext uri="{FF2B5EF4-FFF2-40B4-BE49-F238E27FC236}">
                <a16:creationId xmlns:a16="http://schemas.microsoft.com/office/drawing/2014/main" id="{886FB946-FBB8-2DD7-1B64-2F42B755194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04089" y="4739453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27</a:t>
            </a:r>
          </a:p>
        </p:txBody>
      </p:sp>
      <p:sp>
        <p:nvSpPr>
          <p:cNvPr id="55" name="Marcador de texto 22">
            <a:extLst>
              <a:ext uri="{FF2B5EF4-FFF2-40B4-BE49-F238E27FC236}">
                <a16:creationId xmlns:a16="http://schemas.microsoft.com/office/drawing/2014/main" id="{9FE96E4A-A780-B98D-A6FD-73879983079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368262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28</a:t>
            </a:r>
          </a:p>
        </p:txBody>
      </p:sp>
      <p:sp>
        <p:nvSpPr>
          <p:cNvPr id="56" name="Marcador de texto 22">
            <a:extLst>
              <a:ext uri="{FF2B5EF4-FFF2-40B4-BE49-F238E27FC236}">
                <a16:creationId xmlns:a16="http://schemas.microsoft.com/office/drawing/2014/main" id="{2175FC2F-B3EB-64B1-FF9B-20A83C281E4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974233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29</a:t>
            </a:r>
          </a:p>
        </p:txBody>
      </p:sp>
      <p:sp>
        <p:nvSpPr>
          <p:cNvPr id="57" name="Marcador de texto 22">
            <a:extLst>
              <a:ext uri="{FF2B5EF4-FFF2-40B4-BE49-F238E27FC236}">
                <a16:creationId xmlns:a16="http://schemas.microsoft.com/office/drawing/2014/main" id="{B46D9C74-C413-9110-B304-8E2B239479F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580204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30</a:t>
            </a:r>
          </a:p>
        </p:txBody>
      </p:sp>
      <p:sp>
        <p:nvSpPr>
          <p:cNvPr id="58" name="Marcador de texto 22">
            <a:extLst>
              <a:ext uri="{FF2B5EF4-FFF2-40B4-BE49-F238E27FC236}">
                <a16:creationId xmlns:a16="http://schemas.microsoft.com/office/drawing/2014/main" id="{5B39639E-D299-ED6C-6D5C-5246185D8BF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186175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31</a:t>
            </a:r>
          </a:p>
        </p:txBody>
      </p:sp>
      <p:sp>
        <p:nvSpPr>
          <p:cNvPr id="59" name="Marcador de texto 22">
            <a:extLst>
              <a:ext uri="{FF2B5EF4-FFF2-40B4-BE49-F238E27FC236}">
                <a16:creationId xmlns:a16="http://schemas.microsoft.com/office/drawing/2014/main" id="{0FB971DD-AC4B-0272-7310-232998B3DAD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792146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1</a:t>
            </a:r>
          </a:p>
        </p:txBody>
      </p:sp>
      <p:sp>
        <p:nvSpPr>
          <p:cNvPr id="60" name="Marcador de texto 22">
            <a:extLst>
              <a:ext uri="{FF2B5EF4-FFF2-40B4-BE49-F238E27FC236}">
                <a16:creationId xmlns:a16="http://schemas.microsoft.com/office/drawing/2014/main" id="{AACF3BE3-B9CE-1608-D1A9-7188BA08779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398117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2</a:t>
            </a:r>
          </a:p>
        </p:txBody>
      </p:sp>
      <p:sp>
        <p:nvSpPr>
          <p:cNvPr id="61" name="Marcador de texto 22">
            <a:extLst>
              <a:ext uri="{FF2B5EF4-FFF2-40B4-BE49-F238E27FC236}">
                <a16:creationId xmlns:a16="http://schemas.microsoft.com/office/drawing/2014/main" id="{A1BD290A-6CF0-B696-E1CB-451884C7487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04089" y="5261968"/>
            <a:ext cx="508290" cy="36296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1600" cap="all" baseline="0">
                <a:solidFill>
                  <a:schemeClr val="accent5">
                    <a:lumMod val="60000"/>
                    <a:lumOff val="4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3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1B0C55D-44BC-3972-F74D-8E759F94ACAF}"/>
              </a:ext>
            </a:extLst>
          </p:cNvPr>
          <p:cNvSpPr txBox="1"/>
          <p:nvPr/>
        </p:nvSpPr>
        <p:spPr>
          <a:xfrm>
            <a:off x="13464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Lu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92E45E47-7A26-042E-9AF5-5C03B6ACF2A8}"/>
              </a:ext>
            </a:extLst>
          </p:cNvPr>
          <p:cNvSpPr txBox="1"/>
          <p:nvPr/>
        </p:nvSpPr>
        <p:spPr>
          <a:xfrm>
            <a:off x="1960852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Ma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20EE37FC-3E1F-0F1A-89AC-69A9EB4B399F}"/>
              </a:ext>
            </a:extLst>
          </p:cNvPr>
          <p:cNvSpPr txBox="1"/>
          <p:nvPr/>
        </p:nvSpPr>
        <p:spPr>
          <a:xfrm>
            <a:off x="257521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Mi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D899999E-CD33-8ADD-4D07-3303DF78AFE5}"/>
              </a:ext>
            </a:extLst>
          </p:cNvPr>
          <p:cNvSpPr txBox="1"/>
          <p:nvPr/>
        </p:nvSpPr>
        <p:spPr>
          <a:xfrm>
            <a:off x="31752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Ju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A312DBCA-25FC-6637-C94B-B4D332F17677}"/>
              </a:ext>
            </a:extLst>
          </p:cNvPr>
          <p:cNvSpPr txBox="1"/>
          <p:nvPr/>
        </p:nvSpPr>
        <p:spPr>
          <a:xfrm>
            <a:off x="3789653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Vi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8285D506-544F-7AA0-CC6D-17E2C0E85CA2}"/>
              </a:ext>
            </a:extLst>
          </p:cNvPr>
          <p:cNvSpPr txBox="1"/>
          <p:nvPr/>
        </p:nvSpPr>
        <p:spPr>
          <a:xfrm>
            <a:off x="438258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 err="1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Sá</a:t>
            </a:r>
            <a:endParaRPr lang="es-ES_tradnl" sz="1200" b="1" dirty="0">
              <a:solidFill>
                <a:srgbClr val="23749F"/>
              </a:solidFill>
              <a:latin typeface="Montserrat" pitchFamily="2" charset="77"/>
              <a:ea typeface="Cabin"/>
              <a:cs typeface="Arial"/>
              <a:sym typeface="Cabin"/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F66997C-8841-F6AC-1A2B-74C2FE6BC528}"/>
              </a:ext>
            </a:extLst>
          </p:cNvPr>
          <p:cNvSpPr txBox="1"/>
          <p:nvPr/>
        </p:nvSpPr>
        <p:spPr>
          <a:xfrm>
            <a:off x="4975516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Do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C396CD11-BF88-BD48-803B-86EB2CEB197F}"/>
              </a:ext>
            </a:extLst>
          </p:cNvPr>
          <p:cNvSpPr/>
          <p:nvPr/>
        </p:nvSpPr>
        <p:spPr>
          <a:xfrm rot="16200000">
            <a:off x="7251779" y="1670371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9" name="Marcador de texto 22">
            <a:extLst>
              <a:ext uri="{FF2B5EF4-FFF2-40B4-BE49-F238E27FC236}">
                <a16:creationId xmlns:a16="http://schemas.microsoft.com/office/drawing/2014/main" id="{89A9E1DA-1D6B-4C4E-D2F1-CD53AB86BB1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418019" y="3436049"/>
            <a:ext cx="22515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Día Mes</a:t>
            </a:r>
          </a:p>
        </p:txBody>
      </p:sp>
      <p:sp>
        <p:nvSpPr>
          <p:cNvPr id="80" name="Marcador de texto 22">
            <a:extLst>
              <a:ext uri="{FF2B5EF4-FFF2-40B4-BE49-F238E27FC236}">
                <a16:creationId xmlns:a16="http://schemas.microsoft.com/office/drawing/2014/main" id="{1051D6B5-0690-1043-FDFF-6AB93409F01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18019" y="3943535"/>
            <a:ext cx="2251564" cy="41265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81" name="Marcador de texto 22">
            <a:extLst>
              <a:ext uri="{FF2B5EF4-FFF2-40B4-BE49-F238E27FC236}">
                <a16:creationId xmlns:a16="http://schemas.microsoft.com/office/drawing/2014/main" id="{05E3D70E-3E7E-942B-B570-41D13BDA625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418019" y="4979099"/>
            <a:ext cx="22515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accent5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Día Mes</a:t>
            </a:r>
          </a:p>
        </p:txBody>
      </p:sp>
      <p:sp>
        <p:nvSpPr>
          <p:cNvPr id="82" name="Marcador de texto 22">
            <a:extLst>
              <a:ext uri="{FF2B5EF4-FFF2-40B4-BE49-F238E27FC236}">
                <a16:creationId xmlns:a16="http://schemas.microsoft.com/office/drawing/2014/main" id="{938321B2-9D3B-BFD1-4E19-44E04B1DB4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18019" y="5486585"/>
            <a:ext cx="2251564" cy="41265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7A64E185-B6F7-7BFE-49B0-34BA952B333C}"/>
              </a:ext>
            </a:extLst>
          </p:cNvPr>
          <p:cNvSpPr/>
          <p:nvPr/>
        </p:nvSpPr>
        <p:spPr>
          <a:xfrm rot="16200000">
            <a:off x="7263481" y="3052909"/>
            <a:ext cx="584045" cy="584045"/>
          </a:xfrm>
          <a:prstGeom prst="ellipse">
            <a:avLst/>
          </a:prstGeom>
          <a:solidFill>
            <a:srgbClr val="0472DC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208B68E9-AC2C-BBC5-502A-AEB4A7727DC5}"/>
              </a:ext>
            </a:extLst>
          </p:cNvPr>
          <p:cNvSpPr/>
          <p:nvPr/>
        </p:nvSpPr>
        <p:spPr>
          <a:xfrm rot="16200000">
            <a:off x="7251779" y="4589740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154EBB5F-B326-DD3B-FF5C-42CFB4F9E1C2}"/>
              </a:ext>
            </a:extLst>
          </p:cNvPr>
          <p:cNvSpPr txBox="1"/>
          <p:nvPr/>
        </p:nvSpPr>
        <p:spPr>
          <a:xfrm>
            <a:off x="1346490" y="1755288"/>
            <a:ext cx="4085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</a:rPr>
              <a:t>PRÓXIMOS</a:t>
            </a:r>
            <a:r>
              <a:rPr lang="es-ES" sz="2800" dirty="0">
                <a:latin typeface="Montserrat" pitchFamily="2" charset="77"/>
              </a:rPr>
              <a:t> </a:t>
            </a:r>
            <a:r>
              <a:rPr lang="es-E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Montserrat" pitchFamily="2" charset="77"/>
              </a:rPr>
              <a:t>EVENTOS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F1B0C55D-44BC-3972-F74D-8E759F94ACAF}"/>
              </a:ext>
            </a:extLst>
          </p:cNvPr>
          <p:cNvSpPr txBox="1"/>
          <p:nvPr userDrawn="1"/>
        </p:nvSpPr>
        <p:spPr>
          <a:xfrm>
            <a:off x="13464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Lu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92E45E47-7A26-042E-9AF5-5C03B6ACF2A8}"/>
              </a:ext>
            </a:extLst>
          </p:cNvPr>
          <p:cNvSpPr txBox="1"/>
          <p:nvPr userDrawn="1"/>
        </p:nvSpPr>
        <p:spPr>
          <a:xfrm>
            <a:off x="1960852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Ma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20EE37FC-3E1F-0F1A-89AC-69A9EB4B399F}"/>
              </a:ext>
            </a:extLst>
          </p:cNvPr>
          <p:cNvSpPr txBox="1"/>
          <p:nvPr userDrawn="1"/>
        </p:nvSpPr>
        <p:spPr>
          <a:xfrm>
            <a:off x="257521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Mi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D899999E-CD33-8ADD-4D07-3303DF78AFE5}"/>
              </a:ext>
            </a:extLst>
          </p:cNvPr>
          <p:cNvSpPr txBox="1"/>
          <p:nvPr userDrawn="1"/>
        </p:nvSpPr>
        <p:spPr>
          <a:xfrm>
            <a:off x="3175290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Ju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A312DBCA-25FC-6637-C94B-B4D332F17677}"/>
              </a:ext>
            </a:extLst>
          </p:cNvPr>
          <p:cNvSpPr txBox="1"/>
          <p:nvPr userDrawn="1"/>
        </p:nvSpPr>
        <p:spPr>
          <a:xfrm>
            <a:off x="3789653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Vi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8285D506-544F-7AA0-CC6D-17E2C0E85CA2}"/>
              </a:ext>
            </a:extLst>
          </p:cNvPr>
          <p:cNvSpPr txBox="1"/>
          <p:nvPr userDrawn="1"/>
        </p:nvSpPr>
        <p:spPr>
          <a:xfrm>
            <a:off x="4382585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 err="1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Sá</a:t>
            </a:r>
            <a:endParaRPr lang="es-ES_tradnl" sz="1200" b="1" dirty="0">
              <a:solidFill>
                <a:srgbClr val="23749F"/>
              </a:solidFill>
              <a:latin typeface="Montserrat" pitchFamily="2" charset="77"/>
              <a:ea typeface="Cabin"/>
              <a:cs typeface="Arial"/>
              <a:sym typeface="Cabin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F66997C-8841-F6AC-1A2B-74C2FE6BC528}"/>
              </a:ext>
            </a:extLst>
          </p:cNvPr>
          <p:cNvSpPr txBox="1"/>
          <p:nvPr userDrawn="1"/>
        </p:nvSpPr>
        <p:spPr>
          <a:xfrm>
            <a:off x="4975516" y="2714737"/>
            <a:ext cx="53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1200" b="1" dirty="0">
                <a:solidFill>
                  <a:srgbClr val="23749F"/>
                </a:solidFill>
                <a:latin typeface="Montserrat" pitchFamily="2" charset="77"/>
                <a:ea typeface="Cabin"/>
                <a:cs typeface="Arial"/>
                <a:sym typeface="Cabin"/>
              </a:rPr>
              <a:t>Do</a:t>
            </a:r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C396CD11-BF88-BD48-803B-86EB2CEB197F}"/>
              </a:ext>
            </a:extLst>
          </p:cNvPr>
          <p:cNvSpPr/>
          <p:nvPr userDrawn="1"/>
        </p:nvSpPr>
        <p:spPr>
          <a:xfrm rot="16200000">
            <a:off x="7251779" y="1670371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208B68E9-AC2C-BBC5-502A-AEB4A7727DC5}"/>
              </a:ext>
            </a:extLst>
          </p:cNvPr>
          <p:cNvSpPr/>
          <p:nvPr userDrawn="1"/>
        </p:nvSpPr>
        <p:spPr>
          <a:xfrm rot="16200000">
            <a:off x="7251779" y="4589740"/>
            <a:ext cx="584045" cy="584045"/>
          </a:xfrm>
          <a:prstGeom prst="ellipse">
            <a:avLst/>
          </a:prstGeom>
          <a:solidFill>
            <a:srgbClr val="1F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154EBB5F-B326-DD3B-FF5C-42CFB4F9E1C2}"/>
              </a:ext>
            </a:extLst>
          </p:cNvPr>
          <p:cNvSpPr txBox="1"/>
          <p:nvPr userDrawn="1"/>
        </p:nvSpPr>
        <p:spPr>
          <a:xfrm>
            <a:off x="1346490" y="1755288"/>
            <a:ext cx="4085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accent2">
                    <a:lumMod val="75000"/>
                  </a:schemeClr>
                </a:solidFill>
                <a:latin typeface="Montserrat" pitchFamily="2" charset="77"/>
              </a:rPr>
              <a:t>PRÓXIMOS</a:t>
            </a:r>
            <a:r>
              <a:rPr lang="es-ES" sz="2800" dirty="0">
                <a:latin typeface="Montserrat" pitchFamily="2" charset="77"/>
              </a:rPr>
              <a:t> </a:t>
            </a:r>
            <a:r>
              <a:rPr lang="es-E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Montserrat" pitchFamily="2" charset="77"/>
              </a:rPr>
              <a:t>EVENTOS</a:t>
            </a: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9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2121222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fí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grpSp>
        <p:nvGrpSpPr>
          <p:cNvPr id="2" name="Agrupar 3">
            <a:extLst>
              <a:ext uri="{FF2B5EF4-FFF2-40B4-BE49-F238E27FC236}">
                <a16:creationId xmlns:a16="http://schemas.microsoft.com/office/drawing/2014/main" id="{E57CDA47-9775-B476-F757-11690987C5B8}"/>
              </a:ext>
            </a:extLst>
          </p:cNvPr>
          <p:cNvGrpSpPr/>
          <p:nvPr/>
        </p:nvGrpSpPr>
        <p:grpSpPr>
          <a:xfrm>
            <a:off x="441817" y="1978108"/>
            <a:ext cx="8385737" cy="1628589"/>
            <a:chOff x="-701003" y="1643529"/>
            <a:chExt cx="9347824" cy="1389530"/>
          </a:xfrm>
        </p:grpSpPr>
        <p:sp>
          <p:nvSpPr>
            <p:cNvPr id="4" name="Conector fuera de página 2">
              <a:extLst>
                <a:ext uri="{FF2B5EF4-FFF2-40B4-BE49-F238E27FC236}">
                  <a16:creationId xmlns:a16="http://schemas.microsoft.com/office/drawing/2014/main" id="{DF3E1C6A-9FB5-60C5-9FBA-D3CFB537D3D8}"/>
                </a:ext>
              </a:extLst>
            </p:cNvPr>
            <p:cNvSpPr/>
            <p:nvPr/>
          </p:nvSpPr>
          <p:spPr>
            <a:xfrm rot="16200000">
              <a:off x="6602556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80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Conector fuera de página 2">
              <a:extLst>
                <a:ext uri="{FF2B5EF4-FFF2-40B4-BE49-F238E27FC236}">
                  <a16:creationId xmlns:a16="http://schemas.microsoft.com/office/drawing/2014/main" id="{1C794105-B6E6-86C5-B046-8B04EE0F6957}"/>
                </a:ext>
              </a:extLst>
            </p:cNvPr>
            <p:cNvSpPr/>
            <p:nvPr/>
          </p:nvSpPr>
          <p:spPr>
            <a:xfrm rot="16200000">
              <a:off x="4361380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59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onector fuera de página 2">
              <a:extLst>
                <a:ext uri="{FF2B5EF4-FFF2-40B4-BE49-F238E27FC236}">
                  <a16:creationId xmlns:a16="http://schemas.microsoft.com/office/drawing/2014/main" id="{E8C2E33A-89C4-C79D-FD39-F19F29803A3B}"/>
                </a:ext>
              </a:extLst>
            </p:cNvPr>
            <p:cNvSpPr/>
            <p:nvPr/>
          </p:nvSpPr>
          <p:spPr>
            <a:xfrm rot="16200000">
              <a:off x="2165028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C1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Conector fuera de página 2">
              <a:extLst>
                <a:ext uri="{FF2B5EF4-FFF2-40B4-BE49-F238E27FC236}">
                  <a16:creationId xmlns:a16="http://schemas.microsoft.com/office/drawing/2014/main" id="{41246465-4E53-994D-1BAE-2BAC51104F2F}"/>
                </a:ext>
              </a:extLst>
            </p:cNvPr>
            <p:cNvSpPr/>
            <p:nvPr/>
          </p:nvSpPr>
          <p:spPr>
            <a:xfrm rot="16200000">
              <a:off x="-46267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BD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6CA6D4B8-BA9A-5D66-B1DD-8644564F6B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3036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1" name="Marcador de texto 22">
            <a:extLst>
              <a:ext uri="{FF2B5EF4-FFF2-40B4-BE49-F238E27FC236}">
                <a16:creationId xmlns:a16="http://schemas.microsoft.com/office/drawing/2014/main" id="{A0B2EE3C-4B3B-00BB-562B-56251344F3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63036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2" name="Marcador de texto 22">
            <a:extLst>
              <a:ext uri="{FF2B5EF4-FFF2-40B4-BE49-F238E27FC236}">
                <a16:creationId xmlns:a16="http://schemas.microsoft.com/office/drawing/2014/main" id="{738363FB-9024-AA09-4310-8EBB5D9590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836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57F6785A-6458-AE7F-2894-C04153485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836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05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FCE52C46-A13B-E4E6-4F3F-4494C3E14E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21144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6" name="Marcador de texto 22">
            <a:extLst>
              <a:ext uri="{FF2B5EF4-FFF2-40B4-BE49-F238E27FC236}">
                <a16:creationId xmlns:a16="http://schemas.microsoft.com/office/drawing/2014/main" id="{E012D3E6-B8AA-59EB-EBC2-29AE4051C6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21144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7" name="Marcador de texto 22">
            <a:extLst>
              <a:ext uri="{FF2B5EF4-FFF2-40B4-BE49-F238E27FC236}">
                <a16:creationId xmlns:a16="http://schemas.microsoft.com/office/drawing/2014/main" id="{4A55FC95-2AA2-95B8-85A7-40F2636C0C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34671" y="222648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8" name="Marcador de texto 22">
            <a:extLst>
              <a:ext uri="{FF2B5EF4-FFF2-40B4-BE49-F238E27FC236}">
                <a16:creationId xmlns:a16="http://schemas.microsoft.com/office/drawing/2014/main" id="{9DA77868-3C90-EB78-158C-141225DAE7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34671" y="273396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9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2181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2181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CF64028-C1E4-6E5A-077A-F0DC4E93D88F}"/>
              </a:ext>
            </a:extLst>
          </p:cNvPr>
          <p:cNvSpPr/>
          <p:nvPr/>
        </p:nvSpPr>
        <p:spPr>
          <a:xfrm rot="16200000">
            <a:off x="1121266" y="3876431"/>
            <a:ext cx="590795" cy="590795"/>
          </a:xfrm>
          <a:prstGeom prst="ellipse">
            <a:avLst/>
          </a:prstGeom>
          <a:solidFill>
            <a:srgbClr val="14A8ED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EB262B70-7A8F-7D2C-2F27-0CFDB3631BF3}"/>
              </a:ext>
            </a:extLst>
          </p:cNvPr>
          <p:cNvSpPr/>
          <p:nvPr/>
        </p:nvSpPr>
        <p:spPr>
          <a:xfrm rot="16200000">
            <a:off x="5302926" y="3876431"/>
            <a:ext cx="590795" cy="590795"/>
          </a:xfrm>
          <a:prstGeom prst="ellipse">
            <a:avLst/>
          </a:prstGeom>
          <a:solidFill>
            <a:srgbClr val="08459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DBA03956-E53A-71AA-08CD-AA697C565EE1}"/>
              </a:ext>
            </a:extLst>
          </p:cNvPr>
          <p:cNvSpPr/>
          <p:nvPr/>
        </p:nvSpPr>
        <p:spPr>
          <a:xfrm rot="16200000">
            <a:off x="7393756" y="3876431"/>
            <a:ext cx="590795" cy="590795"/>
          </a:xfrm>
          <a:prstGeom prst="ellipse">
            <a:avLst/>
          </a:prstGeom>
          <a:solidFill>
            <a:srgbClr val="1E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E6EBDEC-6656-C086-5B1A-1D9A992F650C}"/>
              </a:ext>
            </a:extLst>
          </p:cNvPr>
          <p:cNvSpPr/>
          <p:nvPr/>
        </p:nvSpPr>
        <p:spPr>
          <a:xfrm rot="16200000">
            <a:off x="3212096" y="3876431"/>
            <a:ext cx="590795" cy="590795"/>
          </a:xfrm>
          <a:prstGeom prst="ellipse">
            <a:avLst/>
          </a:prstGeom>
          <a:solidFill>
            <a:srgbClr val="1A6FB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6" name="Marcador de texto 22">
            <a:extLst>
              <a:ext uri="{FF2B5EF4-FFF2-40B4-BE49-F238E27FC236}">
                <a16:creationId xmlns:a16="http://schemas.microsoft.com/office/drawing/2014/main" id="{A72A91CB-B117-9B4D-74E5-83F2F3FD67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52676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7" name="Marcador de texto 22">
            <a:extLst>
              <a:ext uri="{FF2B5EF4-FFF2-40B4-BE49-F238E27FC236}">
                <a16:creationId xmlns:a16="http://schemas.microsoft.com/office/drawing/2014/main" id="{C7F4E0AC-F2DA-5E55-11CC-24DB39EC87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49597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98" name="Marcador de texto 22">
            <a:extLst>
              <a:ext uri="{FF2B5EF4-FFF2-40B4-BE49-F238E27FC236}">
                <a16:creationId xmlns:a16="http://schemas.microsoft.com/office/drawing/2014/main" id="{676D1217-F2CA-98E1-6959-E2C83F8166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43171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9" name="Marcador de texto 22">
            <a:extLst>
              <a:ext uri="{FF2B5EF4-FFF2-40B4-BE49-F238E27FC236}">
                <a16:creationId xmlns:a16="http://schemas.microsoft.com/office/drawing/2014/main" id="{A4A6417D-D175-E129-0295-02D7A5CE78C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42715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00" name="Marcador de texto 22">
            <a:extLst>
              <a:ext uri="{FF2B5EF4-FFF2-40B4-BE49-F238E27FC236}">
                <a16:creationId xmlns:a16="http://schemas.microsoft.com/office/drawing/2014/main" id="{F40A0E92-6589-75D4-E20C-7E2501D001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33667" y="474660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01" name="Marcador de texto 22">
            <a:extLst>
              <a:ext uri="{FF2B5EF4-FFF2-40B4-BE49-F238E27FC236}">
                <a16:creationId xmlns:a16="http://schemas.microsoft.com/office/drawing/2014/main" id="{69D8E179-CEF9-FCB1-0861-31773A8DCA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33667" y="506388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13144" y="107133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Título</a:t>
            </a:r>
          </a:p>
        </p:txBody>
      </p:sp>
      <p:sp>
        <p:nvSpPr>
          <p:cNvPr id="34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3144" y="146829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3494186141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 SmartArt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sp>
        <p:nvSpPr>
          <p:cNvPr id="25" name="Marcador de SmartArt 24">
            <a:extLst>
              <a:ext uri="{FF2B5EF4-FFF2-40B4-BE49-F238E27FC236}">
                <a16:creationId xmlns:a16="http://schemas.microsoft.com/office/drawing/2014/main" id="{76AD4C4E-4A46-5B0E-CDD2-4EFA36B4FB6A}"/>
              </a:ext>
            </a:extLst>
          </p:cNvPr>
          <p:cNvSpPr>
            <a:spLocks noGrp="1"/>
          </p:cNvSpPr>
          <p:nvPr>
            <p:ph type="dgm" sz="quarter" idx="10" hasCustomPrompt="1"/>
          </p:nvPr>
        </p:nvSpPr>
        <p:spPr>
          <a:xfrm>
            <a:off x="323851" y="1877692"/>
            <a:ext cx="8524874" cy="4411983"/>
          </a:xfrm>
        </p:spPr>
        <p:txBody>
          <a:bodyPr lIns="288000" rIns="288000" anchor="ctr">
            <a:normAutofit/>
          </a:bodyPr>
          <a:lstStyle>
            <a:lvl1pPr marL="0" indent="0" algn="ctr">
              <a:buNone/>
              <a:defRPr sz="1200">
                <a:solidFill>
                  <a:srgbClr val="7C7C7C"/>
                </a:solidFill>
              </a:defRPr>
            </a:lvl1pPr>
          </a:lstStyle>
          <a:p>
            <a:r>
              <a:rPr lang="es-ES" dirty="0"/>
              <a:t>Insertar elemento gráfico SmartArt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4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3144" y="1115129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01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13144" y="1512089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3929847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cio para Infografí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3144" y="1115129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01</a:t>
            </a:r>
          </a:p>
        </p:txBody>
      </p:sp>
      <p:sp>
        <p:nvSpPr>
          <p:cNvPr id="7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13144" y="1512089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2181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1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2181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2" name="Marcador de texto 22">
            <a:extLst>
              <a:ext uri="{FF2B5EF4-FFF2-40B4-BE49-F238E27FC236}">
                <a16:creationId xmlns:a16="http://schemas.microsoft.com/office/drawing/2014/main" id="{A72A91CB-B117-9B4D-74E5-83F2F3FD67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52676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C7F4E0AC-F2DA-5E55-11CC-24DB39EC87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49597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676D1217-F2CA-98E1-6959-E2C83F8166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43171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5" name="Marcador de texto 22">
            <a:extLst>
              <a:ext uri="{FF2B5EF4-FFF2-40B4-BE49-F238E27FC236}">
                <a16:creationId xmlns:a16="http://schemas.microsoft.com/office/drawing/2014/main" id="{A4A6417D-D175-E129-0295-02D7A5CE78C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42715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6" name="Marcador de texto 22">
            <a:extLst>
              <a:ext uri="{FF2B5EF4-FFF2-40B4-BE49-F238E27FC236}">
                <a16:creationId xmlns:a16="http://schemas.microsoft.com/office/drawing/2014/main" id="{F40A0E92-6589-75D4-E20C-7E2501D0015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33667" y="4930641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7" name="Marcador de texto 22">
            <a:extLst>
              <a:ext uri="{FF2B5EF4-FFF2-40B4-BE49-F238E27FC236}">
                <a16:creationId xmlns:a16="http://schemas.microsoft.com/office/drawing/2014/main" id="{69D8E179-CEF9-FCB1-0861-31773A8DCAD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33667" y="5247926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1842995917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fía con fondo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 userDrawn="1"/>
        </p:nvSpPr>
        <p:spPr>
          <a:xfrm>
            <a:off x="-4490" y="4435499"/>
            <a:ext cx="9148490" cy="213726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399" y="4715482"/>
            <a:ext cx="606439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1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73838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5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3838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412203" y="4715482"/>
            <a:ext cx="606439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27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018811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018642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1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63458" y="4715482"/>
            <a:ext cx="606439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32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69897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69897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4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69114" y="4715482"/>
            <a:ext cx="709424" cy="498496"/>
          </a:xfrm>
          <a:prstGeom prst="rect">
            <a:avLst/>
          </a:prstGeom>
        </p:spPr>
        <p:txBody>
          <a:bodyPr lIns="0" rtlCol="0" anchor="b">
            <a:noAutofit/>
          </a:bodyPr>
          <a:lstStyle>
            <a:lvl1pPr marL="0" indent="0" algn="r">
              <a:buNone/>
              <a:defRPr lang="es-ES" sz="28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  <p:sp>
        <p:nvSpPr>
          <p:cNvPr id="35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78537" y="5164283"/>
            <a:ext cx="1499216" cy="298543"/>
          </a:xfrm>
          <a:prstGeom prst="rect">
            <a:avLst/>
          </a:prstGeom>
        </p:spPr>
        <p:txBody>
          <a:bodyPr lIns="0"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78537" y="4874460"/>
            <a:ext cx="1499216" cy="289823"/>
          </a:xfrm>
          <a:prstGeom prst="rect">
            <a:avLst/>
          </a:prstGeom>
        </p:spPr>
        <p:txBody>
          <a:bodyPr lIns="0"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48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24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3144" y="1115129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01</a:t>
            </a:r>
          </a:p>
        </p:txBody>
      </p:sp>
      <p:sp>
        <p:nvSpPr>
          <p:cNvPr id="28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13144" y="1512089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3332411294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320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cio para Infografí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8000" y="13400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 02</a:t>
            </a:r>
          </a:p>
        </p:txBody>
      </p:sp>
      <p:sp>
        <p:nvSpPr>
          <p:cNvPr id="7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6252" y="17369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96749" y="1407041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 rtl="0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6750" y="1573582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96749" y="2373281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96750" y="2539822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96749" y="3330318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96750" y="3496859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96749" y="4296558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96750" y="4463099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96749" y="5272000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96750" y="5438541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60607" y="1366109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60606" y="2318106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60606" y="3277847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60606" y="4262491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60606" y="5217400"/>
            <a:ext cx="73614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05.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3487666253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fía numeración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21877" y="2277174"/>
            <a:ext cx="64332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01.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1877" y="3502435"/>
            <a:ext cx="64332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02.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21877" y="4777211"/>
            <a:ext cx="643323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03.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6001" y="2284039"/>
            <a:ext cx="702899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04.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226001" y="3498817"/>
            <a:ext cx="702899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05.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23236" y="4780815"/>
            <a:ext cx="705664" cy="460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l">
              <a:buNone/>
              <a:defRPr lang="es-ES" sz="3200" b="1" i="0" cap="all" spc="150" baseline="0">
                <a:solidFill>
                  <a:schemeClr val="bg1">
                    <a:lumMod val="90000"/>
                  </a:schemeClr>
                </a:solidFill>
                <a:latin typeface="Montserrat light"/>
                <a:ea typeface="AppleMyungjo"/>
                <a:cs typeface="Montserrat light"/>
              </a:defRPr>
            </a:lvl1pPr>
          </a:lstStyle>
          <a:p>
            <a:pPr lvl="0" rtl="0"/>
            <a:r>
              <a:rPr lang="es-ES" dirty="0"/>
              <a:t>06.</a:t>
            </a:r>
          </a:p>
        </p:txBody>
      </p:sp>
      <p:sp>
        <p:nvSpPr>
          <p:cNvPr id="33" name="Marcador de SmartArt 32"/>
          <p:cNvSpPr>
            <a:spLocks noGrp="1"/>
          </p:cNvSpPr>
          <p:nvPr>
            <p:ph type="dgm" sz="quarter" idx="53"/>
          </p:nvPr>
        </p:nvSpPr>
        <p:spPr>
          <a:xfrm>
            <a:off x="2913063" y="2276475"/>
            <a:ext cx="3317875" cy="3677285"/>
          </a:xfrm>
        </p:spPr>
        <p:txBody>
          <a:bodyPr tIns="234000">
            <a:normAutofit/>
          </a:bodyPr>
          <a:lstStyle>
            <a:lvl1pPr algn="ctr">
              <a:defRPr sz="1400"/>
            </a:lvl1pPr>
          </a:lstStyle>
          <a:p>
            <a:endParaRPr lang="es-ES" dirty="0"/>
          </a:p>
        </p:txBody>
      </p:sp>
      <p:sp>
        <p:nvSpPr>
          <p:cNvPr id="3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75361" y="2271302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7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5361" y="2588587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8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5361" y="3498817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39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75361" y="3816102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0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75361" y="4772025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1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75361" y="5089310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2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941824" y="2271302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3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941824" y="2588587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4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941824" y="3498817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5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941824" y="3816102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46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941824" y="4772025"/>
            <a:ext cx="1708964" cy="289823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47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941824" y="5089310"/>
            <a:ext cx="17089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54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913144" y="13400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Infografía</a:t>
            </a:r>
          </a:p>
        </p:txBody>
      </p:sp>
      <p:sp>
        <p:nvSpPr>
          <p:cNvPr id="55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913144" y="17369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 rtl="0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2641952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ja sin ele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lipse 27">
            <a:extLst>
              <a:ext uri="{FF2B5EF4-FFF2-40B4-BE49-F238E27FC236}">
                <a16:creationId xmlns:a16="http://schemas.microsoft.com/office/drawing/2014/main" id="{9CF64028-C1E4-6E5A-077A-F0DC4E93D88F}"/>
              </a:ext>
            </a:extLst>
          </p:cNvPr>
          <p:cNvSpPr/>
          <p:nvPr/>
        </p:nvSpPr>
        <p:spPr>
          <a:xfrm rot="16200000">
            <a:off x="366647" y="1446698"/>
            <a:ext cx="590795" cy="590795"/>
          </a:xfrm>
          <a:prstGeom prst="ellipse">
            <a:avLst/>
          </a:prstGeom>
          <a:solidFill>
            <a:srgbClr val="14A8ED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B262B70-7A8F-7D2C-2F27-0CFDB3631BF3}"/>
              </a:ext>
            </a:extLst>
          </p:cNvPr>
          <p:cNvSpPr/>
          <p:nvPr/>
        </p:nvSpPr>
        <p:spPr>
          <a:xfrm rot="16200000">
            <a:off x="366648" y="3845426"/>
            <a:ext cx="590795" cy="590795"/>
          </a:xfrm>
          <a:prstGeom prst="ellipse">
            <a:avLst/>
          </a:prstGeom>
          <a:solidFill>
            <a:srgbClr val="08459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DBA03956-E53A-71AA-08CD-AA697C565EE1}"/>
              </a:ext>
            </a:extLst>
          </p:cNvPr>
          <p:cNvSpPr/>
          <p:nvPr/>
        </p:nvSpPr>
        <p:spPr>
          <a:xfrm rot="16200000">
            <a:off x="366648" y="5044789"/>
            <a:ext cx="590795" cy="590795"/>
          </a:xfrm>
          <a:prstGeom prst="ellipse">
            <a:avLst/>
          </a:prstGeom>
          <a:solidFill>
            <a:srgbClr val="1E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9E6EBDEC-6656-C086-5B1A-1D9A992F650C}"/>
              </a:ext>
            </a:extLst>
          </p:cNvPr>
          <p:cNvSpPr/>
          <p:nvPr/>
        </p:nvSpPr>
        <p:spPr>
          <a:xfrm rot="16200000">
            <a:off x="366648" y="2646062"/>
            <a:ext cx="590795" cy="590795"/>
          </a:xfrm>
          <a:prstGeom prst="ellipse">
            <a:avLst/>
          </a:prstGeom>
          <a:solidFill>
            <a:srgbClr val="1A6FB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0132" y="1526517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10133" y="1693058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4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0132" y="2762504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10133" y="2929045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10132" y="3897454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7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10133" y="4063995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A0CA764B-2F32-5185-0F0E-441D051729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0132" y="5179486"/>
            <a:ext cx="2548319" cy="141064"/>
          </a:xfrm>
          <a:prstGeom prst="rect">
            <a:avLst/>
          </a:prstGeom>
        </p:spPr>
        <p:txBody>
          <a:bodyPr lIns="0" tIns="0" rIns="0" bIns="0" rtlCol="0" anchor="b">
            <a:spAutoFit/>
          </a:bodyPr>
          <a:lstStyle>
            <a:lvl1pPr marL="0" indent="0" algn="l">
              <a:buNone/>
              <a:defRPr lang="es-ES" sz="1000" b="1" i="0" cap="all" spc="150" baseline="0">
                <a:solidFill>
                  <a:schemeClr val="bg2">
                    <a:lumMod val="50000"/>
                  </a:schemeClr>
                </a:solidFill>
                <a:latin typeface="Montserrat SemiBold" pitchFamily="2" charset="77"/>
              </a:defRPr>
            </a:lvl1pPr>
          </a:lstStyle>
          <a:p>
            <a:pPr lvl="0" rtl="0"/>
            <a:r>
              <a:rPr lang="es-ES" dirty="0"/>
              <a:t>agregar un TÍTULO</a:t>
            </a:r>
          </a:p>
        </p:txBody>
      </p:sp>
      <p:sp>
        <p:nvSpPr>
          <p:cNvPr id="39" name="Marcador de texto 17">
            <a:extLst>
              <a:ext uri="{FF2B5EF4-FFF2-40B4-BE49-F238E27FC236}">
                <a16:creationId xmlns:a16="http://schemas.microsoft.com/office/drawing/2014/main" id="{F5728FB8-D2CD-7081-B340-3E11A5354AF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10133" y="5346027"/>
            <a:ext cx="2548318" cy="153888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 marL="0" indent="0" algn="l">
              <a:lnSpc>
                <a:spcPct val="100000"/>
              </a:lnSpc>
              <a:buNone/>
              <a:defRPr lang="es-ES" sz="1000" b="0" i="0" cap="none" spc="10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una descripción de título</a:t>
            </a:r>
          </a:p>
        </p:txBody>
      </p:sp>
      <p:sp>
        <p:nvSpPr>
          <p:cNvPr id="40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63977" y="11876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l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Titulo Infografía 03</a:t>
            </a:r>
          </a:p>
        </p:txBody>
      </p:sp>
      <p:sp>
        <p:nvSpPr>
          <p:cNvPr id="41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63977" y="15845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l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4031506786"/>
      </p:ext>
    </p:extLst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FOTOS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01097" y="2798743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1</a:t>
            </a:r>
          </a:p>
        </p:txBody>
      </p:sp>
      <p:sp>
        <p:nvSpPr>
          <p:cNvPr id="1598" name="Marcador de texto 22">
            <a:extLst>
              <a:ext uri="{FF2B5EF4-FFF2-40B4-BE49-F238E27FC236}">
                <a16:creationId xmlns:a16="http://schemas.microsoft.com/office/drawing/2014/main" id="{CDB74EE5-1460-B519-A138-A4DC54D5C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01097" y="3192147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2</a:t>
            </a:r>
          </a:p>
        </p:txBody>
      </p:sp>
      <p:sp>
        <p:nvSpPr>
          <p:cNvPr id="1599" name="Marcador de texto 22">
            <a:extLst>
              <a:ext uri="{FF2B5EF4-FFF2-40B4-BE49-F238E27FC236}">
                <a16:creationId xmlns:a16="http://schemas.microsoft.com/office/drawing/2014/main" id="{C24A67AE-7411-D3E2-830A-E0A5CE4B9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01097" y="3628081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3</a:t>
            </a:r>
          </a:p>
        </p:txBody>
      </p:sp>
      <p:sp>
        <p:nvSpPr>
          <p:cNvPr id="1600" name="Marcador de texto 22">
            <a:extLst>
              <a:ext uri="{FF2B5EF4-FFF2-40B4-BE49-F238E27FC236}">
                <a16:creationId xmlns:a16="http://schemas.microsoft.com/office/drawing/2014/main" id="{F47B7709-92C2-6750-AFD2-D3B2AFE5D2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01097" y="4064016"/>
            <a:ext cx="1164955" cy="285233"/>
          </a:xfrm>
          <a:prstGeom prst="rect">
            <a:avLst/>
          </a:prstGeom>
        </p:spPr>
        <p:txBody>
          <a:bodyPr lIns="36000" tIns="0" rIns="0" bIns="0"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rgbClr val="464747"/>
                </a:solidFill>
              </a:defRPr>
            </a:lvl1pPr>
          </a:lstStyle>
          <a:p>
            <a:pPr lvl="0" rtl="0"/>
            <a:r>
              <a:rPr lang="es-ES" dirty="0"/>
              <a:t>Factor 4</a:t>
            </a:r>
          </a:p>
        </p:txBody>
      </p:sp>
      <p:sp>
        <p:nvSpPr>
          <p:cNvPr id="1593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75042" y="11876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Mapa</a:t>
            </a:r>
          </a:p>
        </p:txBody>
      </p:sp>
      <p:sp>
        <p:nvSpPr>
          <p:cNvPr id="1594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75042" y="15845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Subtítulo Timeline</a:t>
            </a:r>
          </a:p>
        </p:txBody>
      </p:sp>
      <p:sp>
        <p:nvSpPr>
          <p:cNvPr id="3184" name="Rectángulo 3183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85" name="Rectángulo 3184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3186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776466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E134318-93C7-EAA0-6390-1DAF88DE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92873" y="3612985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4D370AD-DEE8-DD1F-9127-1259CF69B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14853" y="3612985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25975C5-EA35-F8A3-43F4-91E2A861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53053" y="3612985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22">
            <a:extLst>
              <a:ext uri="{FF2B5EF4-FFF2-40B4-BE49-F238E27FC236}">
                <a16:creationId xmlns:a16="http://schemas.microsoft.com/office/drawing/2014/main" id="{4030B82A-18BB-4AC2-9C44-5AFCF6B4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72" y="2456922"/>
            <a:ext cx="2251564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02EE4532-D0F4-E0FD-705D-36A908197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172" y="2783948"/>
            <a:ext cx="22515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6" name="Marcador de texto 22">
            <a:extLst>
              <a:ext uri="{FF2B5EF4-FFF2-40B4-BE49-F238E27FC236}">
                <a16:creationId xmlns:a16="http://schemas.microsoft.com/office/drawing/2014/main" id="{E8BE0D1F-8A9E-DE86-EEC5-7F552A324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89068" y="2466447"/>
            <a:ext cx="2251564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7" name="Marcador de texto 22">
            <a:extLst>
              <a:ext uri="{FF2B5EF4-FFF2-40B4-BE49-F238E27FC236}">
                <a16:creationId xmlns:a16="http://schemas.microsoft.com/office/drawing/2014/main" id="{BD33DBBE-EE46-C89B-9EA8-C5913E99E4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89068" y="2793473"/>
            <a:ext cx="22515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8" name="Marcador de texto 22">
            <a:extLst>
              <a:ext uri="{FF2B5EF4-FFF2-40B4-BE49-F238E27FC236}">
                <a16:creationId xmlns:a16="http://schemas.microsoft.com/office/drawing/2014/main" id="{6D63AF17-CAD2-0E12-1430-8BB48185C2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27266" y="2466447"/>
            <a:ext cx="2251564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9" name="Marcador de texto 22">
            <a:extLst>
              <a:ext uri="{FF2B5EF4-FFF2-40B4-BE49-F238E27FC236}">
                <a16:creationId xmlns:a16="http://schemas.microsoft.com/office/drawing/2014/main" id="{73EA43CE-C2D2-7BAF-FC30-2069C20C5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27266" y="2793473"/>
            <a:ext cx="2251564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0" name="Marcador de texto 22">
            <a:extLst>
              <a:ext uri="{FF2B5EF4-FFF2-40B4-BE49-F238E27FC236}">
                <a16:creationId xmlns:a16="http://schemas.microsoft.com/office/drawing/2014/main" id="{1F91B920-FA53-83B7-9A01-1B11213FB8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6998" y="5229314"/>
            <a:ext cx="2251562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1" name="Marcador de texto 22">
            <a:extLst>
              <a:ext uri="{FF2B5EF4-FFF2-40B4-BE49-F238E27FC236}">
                <a16:creationId xmlns:a16="http://schemas.microsoft.com/office/drawing/2014/main" id="{ED899677-17BD-098C-BDB4-8F30B203B5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56998" y="5565865"/>
            <a:ext cx="2251562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2" name="Marcador de texto 22">
            <a:extLst>
              <a:ext uri="{FF2B5EF4-FFF2-40B4-BE49-F238E27FC236}">
                <a16:creationId xmlns:a16="http://schemas.microsoft.com/office/drawing/2014/main" id="{9D6B438F-7E60-7907-7D4A-AC3F42E77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5645" y="5229314"/>
            <a:ext cx="2251562" cy="318036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16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33" name="Marcador de texto 22">
            <a:extLst>
              <a:ext uri="{FF2B5EF4-FFF2-40B4-BE49-F238E27FC236}">
                <a16:creationId xmlns:a16="http://schemas.microsoft.com/office/drawing/2014/main" id="{0046837B-7B82-ED7E-B925-5B8BA5A60B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645" y="5565865"/>
            <a:ext cx="2251562" cy="29854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E93CA54-6FAB-6218-AE76-308C46E22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84977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3E800DFD-7DA0-6219-FC5D-7908AB3D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21426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2061AD40-F1F4-8B3F-C499-B68FEAC1D426}"/>
              </a:ext>
            </a:extLst>
          </p:cNvPr>
          <p:cNvGrpSpPr/>
          <p:nvPr/>
        </p:nvGrpSpPr>
        <p:grpSpPr>
          <a:xfrm>
            <a:off x="392509" y="4204577"/>
            <a:ext cx="8335376" cy="236113"/>
            <a:chOff x="381623" y="4574695"/>
            <a:chExt cx="8335376" cy="236113"/>
          </a:xfrm>
        </p:grpSpPr>
        <p:sp>
          <p:nvSpPr>
            <p:cNvPr id="73" name="Pentágono 72">
              <a:extLst>
                <a:ext uri="{FF2B5EF4-FFF2-40B4-BE49-F238E27FC236}">
                  <a16:creationId xmlns:a16="http://schemas.microsoft.com/office/drawing/2014/main" id="{795CBB17-F33F-F9B6-EF1D-BE49BA32D2A1}"/>
                </a:ext>
              </a:extLst>
            </p:cNvPr>
            <p:cNvSpPr/>
            <p:nvPr userDrawn="1"/>
          </p:nvSpPr>
          <p:spPr>
            <a:xfrm>
              <a:off x="6881753" y="4574695"/>
              <a:ext cx="1835246" cy="236113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2" name="Pentágono 71">
              <a:extLst>
                <a:ext uri="{FF2B5EF4-FFF2-40B4-BE49-F238E27FC236}">
                  <a16:creationId xmlns:a16="http://schemas.microsoft.com/office/drawing/2014/main" id="{DD3DDC41-B8AE-9BF4-CD93-24B076760621}"/>
                </a:ext>
              </a:extLst>
            </p:cNvPr>
            <p:cNvSpPr/>
            <p:nvPr userDrawn="1"/>
          </p:nvSpPr>
          <p:spPr>
            <a:xfrm>
              <a:off x="5292438" y="4574695"/>
              <a:ext cx="1835246" cy="236113"/>
            </a:xfrm>
            <a:prstGeom prst="homePlat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1" name="Pentágono 70">
              <a:extLst>
                <a:ext uri="{FF2B5EF4-FFF2-40B4-BE49-F238E27FC236}">
                  <a16:creationId xmlns:a16="http://schemas.microsoft.com/office/drawing/2014/main" id="{BDCE9340-B7C9-5D48-0240-3AFE2A0D72F4}"/>
                </a:ext>
              </a:extLst>
            </p:cNvPr>
            <p:cNvSpPr/>
            <p:nvPr userDrawn="1"/>
          </p:nvSpPr>
          <p:spPr>
            <a:xfrm>
              <a:off x="3583381" y="4574695"/>
              <a:ext cx="1835246" cy="236113"/>
            </a:xfrm>
            <a:prstGeom prst="homePlat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Pentágono 69">
              <a:extLst>
                <a:ext uri="{FF2B5EF4-FFF2-40B4-BE49-F238E27FC236}">
                  <a16:creationId xmlns:a16="http://schemas.microsoft.com/office/drawing/2014/main" id="{BCC8C954-A43B-43B0-636E-212AEF2259CA}"/>
                </a:ext>
              </a:extLst>
            </p:cNvPr>
            <p:cNvSpPr/>
            <p:nvPr userDrawn="1"/>
          </p:nvSpPr>
          <p:spPr>
            <a:xfrm>
              <a:off x="2004952" y="4574695"/>
              <a:ext cx="1835246" cy="236113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9" name="Pentágono 68">
              <a:extLst>
                <a:ext uri="{FF2B5EF4-FFF2-40B4-BE49-F238E27FC236}">
                  <a16:creationId xmlns:a16="http://schemas.microsoft.com/office/drawing/2014/main" id="{02DE07D5-89B7-D8FF-6A4B-82B3D7F29D8C}"/>
                </a:ext>
              </a:extLst>
            </p:cNvPr>
            <p:cNvSpPr/>
            <p:nvPr userDrawn="1"/>
          </p:nvSpPr>
          <p:spPr>
            <a:xfrm>
              <a:off x="381623" y="4574695"/>
              <a:ext cx="1835246" cy="236113"/>
            </a:xfrm>
            <a:prstGeom prst="homePlat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AE134318-93C7-EAA0-6390-1DAF88DE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92873" y="3612985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4D370AD-DEE8-DD1F-9127-1259CF69B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14853" y="3612985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525975C5-EA35-F8A3-43F4-91E2A861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53053" y="3612985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1E93CA54-6FAB-6218-AE76-308C46E22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884977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E800DFD-7DA0-6219-FC5D-7908AB3D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21426" y="462603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upo 75">
            <a:extLst>
              <a:ext uri="{FF2B5EF4-FFF2-40B4-BE49-F238E27FC236}">
                <a16:creationId xmlns:a16="http://schemas.microsoft.com/office/drawing/2014/main" id="{2061AD40-F1F4-8B3F-C499-B68FEAC1D426}"/>
              </a:ext>
            </a:extLst>
          </p:cNvPr>
          <p:cNvGrpSpPr/>
          <p:nvPr userDrawn="1"/>
        </p:nvGrpSpPr>
        <p:grpSpPr>
          <a:xfrm>
            <a:off x="392509" y="4204577"/>
            <a:ext cx="8335376" cy="236113"/>
            <a:chOff x="381623" y="4574695"/>
            <a:chExt cx="8335376" cy="236113"/>
          </a:xfrm>
        </p:grpSpPr>
        <p:sp>
          <p:nvSpPr>
            <p:cNvPr id="48" name="Pentágono 47">
              <a:extLst>
                <a:ext uri="{FF2B5EF4-FFF2-40B4-BE49-F238E27FC236}">
                  <a16:creationId xmlns:a16="http://schemas.microsoft.com/office/drawing/2014/main" id="{795CBB17-F33F-F9B6-EF1D-BE49BA32D2A1}"/>
                </a:ext>
              </a:extLst>
            </p:cNvPr>
            <p:cNvSpPr/>
            <p:nvPr userDrawn="1"/>
          </p:nvSpPr>
          <p:spPr>
            <a:xfrm>
              <a:off x="6881753" y="4574695"/>
              <a:ext cx="1835246" cy="236113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Pentágono 48">
              <a:extLst>
                <a:ext uri="{FF2B5EF4-FFF2-40B4-BE49-F238E27FC236}">
                  <a16:creationId xmlns:a16="http://schemas.microsoft.com/office/drawing/2014/main" id="{DD3DDC41-B8AE-9BF4-CD93-24B076760621}"/>
                </a:ext>
              </a:extLst>
            </p:cNvPr>
            <p:cNvSpPr/>
            <p:nvPr userDrawn="1"/>
          </p:nvSpPr>
          <p:spPr>
            <a:xfrm>
              <a:off x="5292438" y="4574695"/>
              <a:ext cx="1835246" cy="236113"/>
            </a:xfrm>
            <a:prstGeom prst="homePlat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Pentágono 49">
              <a:extLst>
                <a:ext uri="{FF2B5EF4-FFF2-40B4-BE49-F238E27FC236}">
                  <a16:creationId xmlns:a16="http://schemas.microsoft.com/office/drawing/2014/main" id="{BDCE9340-B7C9-5D48-0240-3AFE2A0D72F4}"/>
                </a:ext>
              </a:extLst>
            </p:cNvPr>
            <p:cNvSpPr/>
            <p:nvPr userDrawn="1"/>
          </p:nvSpPr>
          <p:spPr>
            <a:xfrm>
              <a:off x="3583381" y="4574695"/>
              <a:ext cx="1835246" cy="236113"/>
            </a:xfrm>
            <a:prstGeom prst="homePlat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Pentágono 50">
              <a:extLst>
                <a:ext uri="{FF2B5EF4-FFF2-40B4-BE49-F238E27FC236}">
                  <a16:creationId xmlns:a16="http://schemas.microsoft.com/office/drawing/2014/main" id="{BCC8C954-A43B-43B0-636E-212AEF2259CA}"/>
                </a:ext>
              </a:extLst>
            </p:cNvPr>
            <p:cNvSpPr/>
            <p:nvPr userDrawn="1"/>
          </p:nvSpPr>
          <p:spPr>
            <a:xfrm>
              <a:off x="2004952" y="4574695"/>
              <a:ext cx="1835246" cy="236113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2" name="Pentágono 51">
              <a:extLst>
                <a:ext uri="{FF2B5EF4-FFF2-40B4-BE49-F238E27FC236}">
                  <a16:creationId xmlns:a16="http://schemas.microsoft.com/office/drawing/2014/main" id="{02DE07D5-89B7-D8FF-6A4B-82B3D7F29D8C}"/>
                </a:ext>
              </a:extLst>
            </p:cNvPr>
            <p:cNvSpPr/>
            <p:nvPr userDrawn="1"/>
          </p:nvSpPr>
          <p:spPr>
            <a:xfrm>
              <a:off x="381623" y="4574695"/>
              <a:ext cx="1835246" cy="236113"/>
            </a:xfrm>
            <a:prstGeom prst="homePlat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6" name="Rectángulo 55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58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  <p:sp>
        <p:nvSpPr>
          <p:cNvPr id="39" name="Marcador de texto 22">
            <a:extLst>
              <a:ext uri="{FF2B5EF4-FFF2-40B4-BE49-F238E27FC236}">
                <a16:creationId xmlns:a16="http://schemas.microsoft.com/office/drawing/2014/main" id="{097492C4-B52C-4C71-95CC-AE8B8C489DE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913144" y="1187615"/>
            <a:ext cx="3317713" cy="374461"/>
          </a:xfrm>
          <a:prstGeom prst="rect">
            <a:avLst/>
          </a:prstGeom>
        </p:spPr>
        <p:txBody>
          <a:bodyPr rtlCol="0" anchor="b">
            <a:spAutoFit/>
          </a:bodyPr>
          <a:lstStyle>
            <a:lvl1pPr marL="0" indent="0" algn="ctr">
              <a:buNone/>
              <a:defRPr lang="es-ES" sz="2000" cap="none" baseline="0">
                <a:solidFill>
                  <a:schemeClr val="bg1">
                    <a:lumMod val="75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 </a:t>
            </a:r>
            <a:r>
              <a:rPr lang="es-ES" dirty="0" err="1"/>
              <a:t>Timeline</a:t>
            </a:r>
            <a:endParaRPr lang="es-ES" dirty="0"/>
          </a:p>
        </p:txBody>
      </p:sp>
      <p:sp>
        <p:nvSpPr>
          <p:cNvPr id="53" name="Marcador de texto 22">
            <a:extLst>
              <a:ext uri="{FF2B5EF4-FFF2-40B4-BE49-F238E27FC236}">
                <a16:creationId xmlns:a16="http://schemas.microsoft.com/office/drawing/2014/main" id="{247B223C-6209-27D1-9750-4B2C9250D34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913144" y="1584575"/>
            <a:ext cx="3317713" cy="289823"/>
          </a:xfrm>
          <a:prstGeom prst="rect">
            <a:avLst/>
          </a:prstGeom>
        </p:spPr>
        <p:txBody>
          <a:bodyPr rtlCol="0" anchor="t">
            <a:spAutoFit/>
          </a:bodyPr>
          <a:lstStyle>
            <a:lvl1pPr marL="0" indent="0" algn="ctr" rtl="0">
              <a:buNone/>
              <a:defRPr lang="es-ES" sz="1400" cap="none" baseline="0">
                <a:solidFill>
                  <a:schemeClr val="bg2">
                    <a:lumMod val="90000"/>
                  </a:schemeClr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3552358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oja sin ele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FBC77FD-7499-5324-AAE4-1D5E9F79A14F}"/>
              </a:ext>
            </a:extLst>
          </p:cNvPr>
          <p:cNvSpPr/>
          <p:nvPr userDrawn="1"/>
        </p:nvSpPr>
        <p:spPr>
          <a:xfrm>
            <a:off x="-1" y="6572767"/>
            <a:ext cx="9144001" cy="28523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2A9541-F771-D66F-8C08-3D58E76362B4}"/>
              </a:ext>
            </a:extLst>
          </p:cNvPr>
          <p:cNvSpPr/>
          <p:nvPr userDrawn="1"/>
        </p:nvSpPr>
        <p:spPr>
          <a:xfrm>
            <a:off x="7808924" y="6639405"/>
            <a:ext cx="93968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s-ES" sz="700" b="0" i="0" kern="700" spc="50" dirty="0">
                <a:solidFill>
                  <a:schemeClr val="bg1">
                    <a:lumMod val="7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DIAPOSITIVA</a:t>
            </a:r>
            <a:r>
              <a:rPr lang="es-ES" sz="700" b="0" i="0" spc="190" dirty="0">
                <a:solidFill>
                  <a:schemeClr val="bg1">
                    <a:lumMod val="65000"/>
                  </a:schemeClr>
                </a:solidFill>
                <a:latin typeface="Montserrat Light" pitchFamily="2" charset="77"/>
                <a:ea typeface="Roboto Black"/>
                <a:cs typeface="Helvetica Light"/>
                <a:sym typeface="Roboto Black"/>
              </a:rPr>
              <a:t> </a:t>
            </a:r>
            <a:r>
              <a:rPr lang="es-ES" sz="700" b="0" i="0" dirty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t> </a:t>
            </a:r>
            <a:fld id="{8E3DB9DB-9B55-1945-A906-7B7B0C2F5F8A}" type="slidenum">
              <a:rPr lang="es-ES" sz="900" b="0" i="0" smtClean="0">
                <a:solidFill>
                  <a:schemeClr val="bg1">
                    <a:lumMod val="65000"/>
                  </a:schemeClr>
                </a:solidFill>
                <a:latin typeface="Montserrat Medium" pitchFamily="2" charset="77"/>
                <a:cs typeface="Helvetica Neue Medium"/>
              </a:rPr>
              <a:pPr algn="r">
                <a:defRPr sz="8000" b="0">
                  <a:solidFill>
                    <a:srgbClr val="2C2E3C"/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t>‹#›</a:t>
            </a:fld>
            <a:endParaRPr lang="es-ES" sz="700" b="0" i="0" spc="190" dirty="0">
              <a:solidFill>
                <a:schemeClr val="bg1">
                  <a:lumMod val="65000"/>
                </a:schemeClr>
              </a:solidFill>
              <a:latin typeface="Montserrat Light" pitchFamily="2" charset="77"/>
              <a:ea typeface="Roboto Black"/>
              <a:cs typeface="Helvetica Light"/>
              <a:sym typeface="Roboto Black"/>
            </a:endParaRPr>
          </a:p>
        </p:txBody>
      </p: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845B9658-E538-5E40-B3FF-3D6451C5BF5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17" y="6571295"/>
            <a:ext cx="6730800" cy="286705"/>
          </a:xfrm>
          <a:prstGeom prst="rect">
            <a:avLst/>
          </a:prstGeom>
          <a:ln>
            <a:noFill/>
          </a:ln>
        </p:spPr>
        <p:txBody>
          <a:bodyPr lIns="36000" tIns="0" rIns="0" bIns="0" rtlCol="0" anchor="ctr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900" spc="5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es-ES" dirty="0"/>
              <a:t>Titulo del proyecto</a:t>
            </a:r>
          </a:p>
        </p:txBody>
      </p:sp>
    </p:spTree>
    <p:extLst>
      <p:ext uri="{BB962C8B-B14F-4D97-AF65-F5344CB8AC3E}">
        <p14:creationId xmlns:p14="http://schemas.microsoft.com/office/powerpoint/2010/main" val="4031506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fografí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 About…">
            <a:extLst>
              <a:ext uri="{FF2B5EF4-FFF2-40B4-BE49-F238E27FC236}">
                <a16:creationId xmlns:a16="http://schemas.microsoft.com/office/drawing/2014/main" id="{53215FDE-E9BE-FA41-B52C-959E9D4E6695}"/>
              </a:ext>
            </a:extLst>
          </p:cNvPr>
          <p:cNvSpPr txBox="1"/>
          <p:nvPr/>
        </p:nvSpPr>
        <p:spPr>
          <a:xfrm>
            <a:off x="8022624" y="5866673"/>
            <a:ext cx="6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600"/>
              </a:spcAft>
              <a:defRPr sz="8000" b="0">
                <a:solidFill>
                  <a:srgbClr val="2C2E3C"/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lang="es-ES" sz="4800" b="1" kern="1000" spc="300" dirty="0">
              <a:solidFill>
                <a:srgbClr val="E2E3E1"/>
              </a:solidFill>
              <a:latin typeface="Montserrat" pitchFamily="2" charset="77"/>
              <a:cs typeface="Helvetica"/>
            </a:endParaRPr>
          </a:p>
        </p:txBody>
      </p:sp>
      <p:grpSp>
        <p:nvGrpSpPr>
          <p:cNvPr id="2" name="Agrupar 3">
            <a:extLst>
              <a:ext uri="{FF2B5EF4-FFF2-40B4-BE49-F238E27FC236}">
                <a16:creationId xmlns:a16="http://schemas.microsoft.com/office/drawing/2014/main" id="{E57CDA47-9775-B476-F757-11690987C5B8}"/>
              </a:ext>
            </a:extLst>
          </p:cNvPr>
          <p:cNvGrpSpPr/>
          <p:nvPr userDrawn="1"/>
        </p:nvGrpSpPr>
        <p:grpSpPr>
          <a:xfrm>
            <a:off x="441817" y="1759138"/>
            <a:ext cx="8385737" cy="1628589"/>
            <a:chOff x="-701003" y="1643529"/>
            <a:chExt cx="9347824" cy="1389530"/>
          </a:xfrm>
        </p:grpSpPr>
        <p:sp>
          <p:nvSpPr>
            <p:cNvPr id="4" name="Conector fuera de página 2">
              <a:extLst>
                <a:ext uri="{FF2B5EF4-FFF2-40B4-BE49-F238E27FC236}">
                  <a16:creationId xmlns:a16="http://schemas.microsoft.com/office/drawing/2014/main" id="{DF3E1C6A-9FB5-60C5-9FBA-D3CFB537D3D8}"/>
                </a:ext>
              </a:extLst>
            </p:cNvPr>
            <p:cNvSpPr/>
            <p:nvPr/>
          </p:nvSpPr>
          <p:spPr>
            <a:xfrm rot="16200000">
              <a:off x="6602556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80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Conector fuera de página 2">
              <a:extLst>
                <a:ext uri="{FF2B5EF4-FFF2-40B4-BE49-F238E27FC236}">
                  <a16:creationId xmlns:a16="http://schemas.microsoft.com/office/drawing/2014/main" id="{1C794105-B6E6-86C5-B046-8B04EE0F6957}"/>
                </a:ext>
              </a:extLst>
            </p:cNvPr>
            <p:cNvSpPr/>
            <p:nvPr/>
          </p:nvSpPr>
          <p:spPr>
            <a:xfrm rot="16200000">
              <a:off x="4361380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59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onector fuera de página 2">
              <a:extLst>
                <a:ext uri="{FF2B5EF4-FFF2-40B4-BE49-F238E27FC236}">
                  <a16:creationId xmlns:a16="http://schemas.microsoft.com/office/drawing/2014/main" id="{E8C2E33A-89C4-C79D-FD39-F19F29803A3B}"/>
                </a:ext>
              </a:extLst>
            </p:cNvPr>
            <p:cNvSpPr/>
            <p:nvPr/>
          </p:nvSpPr>
          <p:spPr>
            <a:xfrm rot="16200000">
              <a:off x="2165028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C1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Conector fuera de página 2">
              <a:extLst>
                <a:ext uri="{FF2B5EF4-FFF2-40B4-BE49-F238E27FC236}">
                  <a16:creationId xmlns:a16="http://schemas.microsoft.com/office/drawing/2014/main" id="{41246465-4E53-994D-1BAE-2BAC51104F2F}"/>
                </a:ext>
              </a:extLst>
            </p:cNvPr>
            <p:cNvSpPr/>
            <p:nvPr/>
          </p:nvSpPr>
          <p:spPr>
            <a:xfrm rot="16200000">
              <a:off x="-46267" y="988793"/>
              <a:ext cx="1389530" cy="269900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9541"/>
                <a:gd name="connsiteX1" fmla="*/ 10000 w 10000"/>
                <a:gd name="connsiteY1" fmla="*/ 0 h 9541"/>
                <a:gd name="connsiteX2" fmla="*/ 10000 w 10000"/>
                <a:gd name="connsiteY2" fmla="*/ 8000 h 9541"/>
                <a:gd name="connsiteX3" fmla="*/ 5000 w 10000"/>
                <a:gd name="connsiteY3" fmla="*/ 9541 h 9541"/>
                <a:gd name="connsiteX4" fmla="*/ 0 w 10000"/>
                <a:gd name="connsiteY4" fmla="*/ 8000 h 9541"/>
                <a:gd name="connsiteX5" fmla="*/ 0 w 10000"/>
                <a:gd name="connsiteY5" fmla="*/ 0 h 9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9541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000" y="9541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BD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" name="Marcador de texto 22">
            <a:extLst>
              <a:ext uri="{FF2B5EF4-FFF2-40B4-BE49-F238E27FC236}">
                <a16:creationId xmlns:a16="http://schemas.microsoft.com/office/drawing/2014/main" id="{6CA6D4B8-BA9A-5D66-B1DD-8644564F6B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3036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1" name="Marcador de texto 22">
            <a:extLst>
              <a:ext uri="{FF2B5EF4-FFF2-40B4-BE49-F238E27FC236}">
                <a16:creationId xmlns:a16="http://schemas.microsoft.com/office/drawing/2014/main" id="{A0B2EE3C-4B3B-00BB-562B-56251344F3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63036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2" name="Marcador de texto 22">
            <a:extLst>
              <a:ext uri="{FF2B5EF4-FFF2-40B4-BE49-F238E27FC236}">
                <a16:creationId xmlns:a16="http://schemas.microsoft.com/office/drawing/2014/main" id="{738363FB-9024-AA09-4310-8EBB5D9590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836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3" name="Marcador de texto 22">
            <a:extLst>
              <a:ext uri="{FF2B5EF4-FFF2-40B4-BE49-F238E27FC236}">
                <a16:creationId xmlns:a16="http://schemas.microsoft.com/office/drawing/2014/main" id="{57F6785A-6458-AE7F-2894-C04153485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836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05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4" name="Marcador de texto 22">
            <a:extLst>
              <a:ext uri="{FF2B5EF4-FFF2-40B4-BE49-F238E27FC236}">
                <a16:creationId xmlns:a16="http://schemas.microsoft.com/office/drawing/2014/main" id="{FCE52C46-A13B-E4E6-4F3F-4494C3E14E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21144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6" name="Marcador de texto 22">
            <a:extLst>
              <a:ext uri="{FF2B5EF4-FFF2-40B4-BE49-F238E27FC236}">
                <a16:creationId xmlns:a16="http://schemas.microsoft.com/office/drawing/2014/main" id="{E012D3E6-B8AA-59EB-EBC2-29AE4051C6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21144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7" name="Marcador de texto 22">
            <a:extLst>
              <a:ext uri="{FF2B5EF4-FFF2-40B4-BE49-F238E27FC236}">
                <a16:creationId xmlns:a16="http://schemas.microsoft.com/office/drawing/2014/main" id="{4A55FC95-2AA2-95B8-85A7-40F2636C0C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34671" y="2007512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ctr">
              <a:buNone/>
              <a:defRPr lang="es-ES" sz="1400" cap="all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8" name="Marcador de texto 22">
            <a:extLst>
              <a:ext uri="{FF2B5EF4-FFF2-40B4-BE49-F238E27FC236}">
                <a16:creationId xmlns:a16="http://schemas.microsoft.com/office/drawing/2014/main" id="{9DA77868-3C90-EB78-158C-141225DAE7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34671" y="2514998"/>
            <a:ext cx="1708964" cy="697104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es-ES" sz="11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9" name="Marcador de texto 22">
            <a:extLst>
              <a:ext uri="{FF2B5EF4-FFF2-40B4-BE49-F238E27FC236}">
                <a16:creationId xmlns:a16="http://schemas.microsoft.com/office/drawing/2014/main" id="{57BD450E-D594-1D9D-B0A9-3872D33D5F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2181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20" name="Marcador de texto 22">
            <a:extLst>
              <a:ext uri="{FF2B5EF4-FFF2-40B4-BE49-F238E27FC236}">
                <a16:creationId xmlns:a16="http://schemas.microsoft.com/office/drawing/2014/main" id="{4EC14038-7E36-EA3F-FE97-57AAA85866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2181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CF64028-C1E4-6E5A-077A-F0DC4E93D88F}"/>
              </a:ext>
            </a:extLst>
          </p:cNvPr>
          <p:cNvSpPr/>
          <p:nvPr userDrawn="1"/>
        </p:nvSpPr>
        <p:spPr>
          <a:xfrm rot="16200000">
            <a:off x="1121266" y="3701255"/>
            <a:ext cx="590795" cy="590795"/>
          </a:xfrm>
          <a:prstGeom prst="ellipse">
            <a:avLst/>
          </a:prstGeom>
          <a:solidFill>
            <a:srgbClr val="14A8ED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EB262B70-7A8F-7D2C-2F27-0CFDB3631BF3}"/>
              </a:ext>
            </a:extLst>
          </p:cNvPr>
          <p:cNvSpPr/>
          <p:nvPr userDrawn="1"/>
        </p:nvSpPr>
        <p:spPr>
          <a:xfrm rot="16200000">
            <a:off x="5302926" y="3701255"/>
            <a:ext cx="590795" cy="590795"/>
          </a:xfrm>
          <a:prstGeom prst="ellipse">
            <a:avLst/>
          </a:prstGeom>
          <a:solidFill>
            <a:srgbClr val="08459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DBA03956-E53A-71AA-08CD-AA697C565EE1}"/>
              </a:ext>
            </a:extLst>
          </p:cNvPr>
          <p:cNvSpPr/>
          <p:nvPr userDrawn="1"/>
        </p:nvSpPr>
        <p:spPr>
          <a:xfrm rot="16200000">
            <a:off x="7393756" y="3701255"/>
            <a:ext cx="590795" cy="590795"/>
          </a:xfrm>
          <a:prstGeom prst="ellipse">
            <a:avLst/>
          </a:prstGeom>
          <a:solidFill>
            <a:srgbClr val="1E5080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E6EBDEC-6656-C086-5B1A-1D9A992F650C}"/>
              </a:ext>
            </a:extLst>
          </p:cNvPr>
          <p:cNvSpPr/>
          <p:nvPr/>
        </p:nvSpPr>
        <p:spPr>
          <a:xfrm rot="16200000">
            <a:off x="3212096" y="3701255"/>
            <a:ext cx="590795" cy="590795"/>
          </a:xfrm>
          <a:prstGeom prst="ellipse">
            <a:avLst/>
          </a:prstGeom>
          <a:solidFill>
            <a:srgbClr val="1A6FBA"/>
          </a:solidFill>
          <a:ln>
            <a:noFill/>
          </a:ln>
          <a:effectLst>
            <a:outerShdw blurRad="95250" dist="25400" dir="9660000" sx="92000" sy="92000" rotWithShape="0">
              <a:schemeClr val="bg1">
                <a:lumMod val="50000"/>
                <a:alpha val="43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6" name="Marcador de texto 22">
            <a:extLst>
              <a:ext uri="{FF2B5EF4-FFF2-40B4-BE49-F238E27FC236}">
                <a16:creationId xmlns:a16="http://schemas.microsoft.com/office/drawing/2014/main" id="{A72A91CB-B117-9B4D-74E5-83F2F3FD67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52676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7" name="Marcador de texto 22">
            <a:extLst>
              <a:ext uri="{FF2B5EF4-FFF2-40B4-BE49-F238E27FC236}">
                <a16:creationId xmlns:a16="http://schemas.microsoft.com/office/drawing/2014/main" id="{C7F4E0AC-F2DA-5E55-11CC-24DB39EC87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49597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98" name="Marcador de texto 22">
            <a:extLst>
              <a:ext uri="{FF2B5EF4-FFF2-40B4-BE49-F238E27FC236}">
                <a16:creationId xmlns:a16="http://schemas.microsoft.com/office/drawing/2014/main" id="{676D1217-F2CA-98E1-6959-E2C83F8166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43171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99" name="Marcador de texto 22">
            <a:extLst>
              <a:ext uri="{FF2B5EF4-FFF2-40B4-BE49-F238E27FC236}">
                <a16:creationId xmlns:a16="http://schemas.microsoft.com/office/drawing/2014/main" id="{A4A6417D-D175-E129-0295-02D7A5CE78C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42715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  <p:sp>
        <p:nvSpPr>
          <p:cNvPr id="100" name="Marcador de texto 22">
            <a:extLst>
              <a:ext uri="{FF2B5EF4-FFF2-40B4-BE49-F238E27FC236}">
                <a16:creationId xmlns:a16="http://schemas.microsoft.com/office/drawing/2014/main" id="{F40A0E92-6589-75D4-E20C-7E2501D001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33667" y="4537928"/>
            <a:ext cx="1708964" cy="49849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l">
              <a:buNone/>
              <a:defRPr lang="es-ES" sz="1400" cap="all" baseline="0">
                <a:solidFill>
                  <a:srgbClr val="7F7F7F"/>
                </a:solidFill>
                <a:latin typeface="Montserrat" pitchFamily="2" charset="77"/>
              </a:defRPr>
            </a:lvl1pPr>
          </a:lstStyle>
          <a:p>
            <a:pPr lvl="0" rtl="0"/>
            <a:r>
              <a:rPr lang="es-ES" dirty="0"/>
              <a:t>TÍTULO</a:t>
            </a:r>
          </a:p>
        </p:txBody>
      </p:sp>
      <p:sp>
        <p:nvSpPr>
          <p:cNvPr id="101" name="Marcador de texto 22">
            <a:extLst>
              <a:ext uri="{FF2B5EF4-FFF2-40B4-BE49-F238E27FC236}">
                <a16:creationId xmlns:a16="http://schemas.microsoft.com/office/drawing/2014/main" id="{69D8E179-CEF9-FCB1-0861-31773A8DCA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33667" y="5063886"/>
            <a:ext cx="1708964" cy="97334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lang="es-ES" sz="1200" spc="50" baseline="0">
                <a:solidFill>
                  <a:srgbClr val="7F7F7F"/>
                </a:solidFill>
              </a:defRPr>
            </a:lvl1pPr>
          </a:lstStyle>
          <a:p>
            <a:pPr lvl="0" rtl="0"/>
            <a:r>
              <a:rPr lang="es-ES" dirty="0"/>
              <a:t>Agregar texto</a:t>
            </a:r>
          </a:p>
        </p:txBody>
      </p:sp>
    </p:spTree>
    <p:extLst>
      <p:ext uri="{BB962C8B-B14F-4D97-AF65-F5344CB8AC3E}">
        <p14:creationId xmlns:p14="http://schemas.microsoft.com/office/powerpoint/2010/main" val="3494186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85" userDrawn="1">
          <p15:clr>
            <a:srgbClr val="FBAE40"/>
          </p15:clr>
        </p15:guide>
        <p15:guide id="2" pos="281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conjunto de letras blancas en un fondo azul&#10;&#10;Descripción generada automáticamente con confianza baja">
            <a:extLst>
              <a:ext uri="{FF2B5EF4-FFF2-40B4-BE49-F238E27FC236}">
                <a16:creationId xmlns:a16="http://schemas.microsoft.com/office/drawing/2014/main" id="{E2997428-967C-BF30-D27C-5728FBB881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605806B-9197-6417-E43F-49C109C05D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85484" y="5447233"/>
            <a:ext cx="2571499" cy="10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617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1.png"/><Relationship Id="rId2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94921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71057"/>
            <a:ext cx="7886700" cy="3705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tx1">
                    <a:tint val="75000"/>
                  </a:schemeClr>
                </a:solidFill>
                <a:latin typeface="Montserrat SemiBold" pitchFamily="2" charset="77"/>
              </a:defRPr>
            </a:lvl1pPr>
          </a:lstStyle>
          <a:p>
            <a:fld id="{66815D90-A5FB-D34A-851E-052709078845}" type="datetime1">
              <a:rPr lang="es-ES" smtClean="0"/>
              <a:t>17/10/2026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baseline="0">
                <a:solidFill>
                  <a:schemeClr val="tx1">
                    <a:tint val="75000"/>
                  </a:schemeClr>
                </a:solidFill>
                <a:latin typeface="Montserrat" pitchFamily="2" charset="77"/>
              </a:defRPr>
            </a:lvl1pPr>
          </a:lstStyle>
          <a:p>
            <a:fld id="{00595991-7FD8-9041-9864-A9A00B37A2A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CBCAC4A-F576-8F4D-99CA-7F7FAF783745}"/>
              </a:ext>
            </a:extLst>
          </p:cNvPr>
          <p:cNvSpPr/>
          <p:nvPr/>
        </p:nvSpPr>
        <p:spPr>
          <a:xfrm>
            <a:off x="0" y="6178"/>
            <a:ext cx="9144001" cy="805845"/>
          </a:xfrm>
          <a:prstGeom prst="rect">
            <a:avLst/>
          </a:prstGeom>
          <a:gradFill flip="none" rotWithShape="1">
            <a:gsLst>
              <a:gs pos="28000">
                <a:schemeClr val="bg1"/>
              </a:gs>
              <a:gs pos="100000">
                <a:srgbClr val="EFEFEF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3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8BFFC8"/>
              </a:solidFill>
            </a:endParaRPr>
          </a:p>
        </p:txBody>
      </p:sp>
      <p:pic>
        <p:nvPicPr>
          <p:cNvPr id="9" name="Imagen 8" descr="Sin título-5.png">
            <a:extLst>
              <a:ext uri="{FF2B5EF4-FFF2-40B4-BE49-F238E27FC236}">
                <a16:creationId xmlns:a16="http://schemas.microsoft.com/office/drawing/2014/main" id="{6C6BEB64-9553-A447-869C-0BA443BB3D5A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7435" y="143366"/>
            <a:ext cx="684870" cy="662482"/>
          </a:xfrm>
          <a:prstGeom prst="rect">
            <a:avLst/>
          </a:prstGeom>
        </p:spPr>
      </p:pic>
      <p:pic>
        <p:nvPicPr>
          <p:cNvPr id="11" name="Imagen 10" descr="Imagen que contiene reloj, dibujo&#10;&#10;Descripción generada automáticamente">
            <a:extLst>
              <a:ext uri="{FF2B5EF4-FFF2-40B4-BE49-F238E27FC236}">
                <a16:creationId xmlns:a16="http://schemas.microsoft.com/office/drawing/2014/main" id="{D6C5E205-1DC3-9D3E-4823-F957C6262271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86349" y="26576"/>
            <a:ext cx="3390228" cy="78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3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72" r:id="rId16"/>
    <p:sldLayoutId id="2147483766" r:id="rId17"/>
    <p:sldLayoutId id="2147483767" r:id="rId18"/>
    <p:sldLayoutId id="2147483768" r:id="rId19"/>
    <p:sldLayoutId id="2147483770" r:id="rId20"/>
    <p:sldLayoutId id="2147483771" r:id="rId21"/>
    <p:sldLayoutId id="2147483769" r:id="rId2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Montserrat Medium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bg2">
              <a:lumMod val="50000"/>
            </a:schemeClr>
          </a:solidFill>
          <a:latin typeface="Montserrat" pitchFamily="2" charset="77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 baseline="0">
          <a:solidFill>
            <a:schemeClr val="bg2">
              <a:lumMod val="50000"/>
            </a:schemeClr>
          </a:solidFill>
          <a:latin typeface="Montserrat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 baseline="0">
          <a:solidFill>
            <a:schemeClr val="bg2">
              <a:lumMod val="50000"/>
            </a:schemeClr>
          </a:solidFill>
          <a:latin typeface="Montserrat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 baseline="0">
          <a:solidFill>
            <a:schemeClr val="bg2">
              <a:lumMod val="50000"/>
            </a:schemeClr>
          </a:solidFill>
          <a:latin typeface="Montserrat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 baseline="0">
          <a:solidFill>
            <a:schemeClr val="bg2">
              <a:lumMod val="50000"/>
            </a:schemeClr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tiff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eg"/><Relationship Id="rId3" Type="http://schemas.openxmlformats.org/officeDocument/2006/relationships/image" Target="../media/image15.tiff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12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2178205" y="4454013"/>
            <a:ext cx="4863460" cy="861089"/>
          </a:xfrm>
        </p:spPr>
        <p:txBody>
          <a:bodyPr/>
          <a:lstStyle/>
          <a:p>
            <a:r>
              <a:rPr lang="pt-BR" b="0" dirty="0"/>
              <a:t>Thales S. A. Camargo</a:t>
            </a:r>
          </a:p>
          <a:p>
            <a:r>
              <a:rPr lang="pt-BR" b="0" dirty="0" err="1"/>
              <a:t>Jhon</a:t>
            </a:r>
            <a:r>
              <a:rPr lang="pt-BR" b="0" dirty="0"/>
              <a:t> Corrales </a:t>
            </a:r>
            <a:r>
              <a:rPr lang="pt-BR" b="0" dirty="0" err="1"/>
              <a:t>Almendariz</a:t>
            </a:r>
            <a:endParaRPr lang="pt-BR" b="0" dirty="0"/>
          </a:p>
          <a:p>
            <a:r>
              <a:rPr lang="pt-BR" b="0" dirty="0"/>
              <a:t>Joel Montes de Oca Martínez</a:t>
            </a:r>
          </a:p>
          <a:p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1"/>
          </p:nvPr>
        </p:nvSpPr>
        <p:spPr>
          <a:xfrm>
            <a:off x="2178205" y="3760493"/>
            <a:ext cx="4876800" cy="554326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Inteligencia Artificial Explicable: estudio de caso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2"/>
          </p:nvPr>
        </p:nvSpPr>
        <p:spPr>
          <a:xfrm>
            <a:off x="2322974" y="2312234"/>
            <a:ext cx="4863461" cy="1240264"/>
          </a:xfrm>
        </p:spPr>
        <p:txBody>
          <a:bodyPr>
            <a:normAutofit fontScale="77500" lnSpcReduction="20000"/>
          </a:bodyPr>
          <a:lstStyle/>
          <a:p>
            <a:r>
              <a:rPr lang="pt-BR" dirty="0" err="1"/>
              <a:t>Explainable</a:t>
            </a:r>
            <a:r>
              <a:rPr lang="pt-BR" dirty="0"/>
              <a:t> </a:t>
            </a:r>
            <a:r>
              <a:rPr lang="pt-BR" dirty="0" err="1"/>
              <a:t>Classification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Payment</a:t>
            </a:r>
            <a:r>
              <a:rPr lang="pt-BR" dirty="0"/>
              <a:t> </a:t>
            </a:r>
            <a:r>
              <a:rPr lang="pt-BR" dirty="0" err="1"/>
              <a:t>Difficulty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357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870AB09B-4608-DD7F-373B-A65F10D1AE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16"/>
          </p:nvPr>
        </p:nvSpPr>
        <p:spPr>
          <a:xfrm>
            <a:off x="5138928" y="3246120"/>
            <a:ext cx="3611880" cy="2880360"/>
          </a:xfrm>
        </p:spPr>
        <p:txBody>
          <a:bodyPr/>
          <a:lstStyle/>
          <a:p>
            <a:r>
              <a:rPr lang="es-ES" dirty="0" err="1" b="1" sz="1100"/>
              <a:t>Local case C (actual: difficulty)</a:t>
            </a:r>
          </a:p>
          <a:p>
            <a:r>
              <a:rPr lang="es-ES" dirty="0" err="1" sz="1100"/>
              <a:t>Path: status ≥ 1 → ratio &gt; 0.095 → zero-payment months ≤ 3 → ratio &gt; 0.315: leaf risk 0.15, missed.</a:t>
            </a:r>
          </a:p>
          <a:p>
            <a:r>
              <a:rPr lang="es-ES" dirty="0" err="1" sz="1100"/>
              <a:t>A ratio of 4.39 on a negative bill looks safe to the tree; LR (0.50) and the EBM (0.55) flag the client.</a:t>
            </a:r>
          </a:p>
        </p:txBody>
      </p:sp>
      <p:sp>
        <p:nvSpPr>
          <p:cNvPr id="10" name="Marcador de texto 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T. S. A. Camargo · J. Corrales Almendariz · J. Montes de Oca Martínez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17 leaves that collapse into six rules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28"/>
          </p:nvPr>
        </p:nvSpPr>
        <p:spPr>
          <a:xfrm>
            <a:off x="658800" y="2862000"/>
            <a:ext cx="3381424" cy="2898229"/>
          </a:xfrm>
        </p:spPr>
        <p:txBody>
          <a:bodyPr>
            <a:spAutoFit/>
          </a:bodyPr>
          <a:lstStyle/>
          <a:p>
            <a:r>
              <a:rPr lang="es-ES" b="1" dirty="0" err="1" sz="1050"/>
              <a:t>Flag difficulty if any rule fires </a:t>
            </a:r>
            <a:r>
              <a:rPr lang="es-ES" b="0" dirty="0" err="1" sz="1050"/>
              <a:t>(status = latest repayment status, ratio = payment-to-bill ratio):</a:t>
            </a:r>
          </a:p>
          <a:p>
            <a:r>
              <a:rPr lang="es-ES" b="1" dirty="0" err="1" sz="1050"/>
              <a:t>R1 </a:t>
            </a:r>
            <a:r>
              <a:rPr lang="es-ES" b="0" dirty="0" err="1" sz="1050"/>
              <a:t>status ≥ 1 and ratio ≤ 0.095: risk 0.54; 15 % of clients, 39 % of all difficulties</a:t>
            </a:r>
          </a:p>
          <a:p>
            <a:r>
              <a:rPr lang="es-ES" b="1" dirty="0" err="1" sz="1050"/>
              <a:t>R2 </a:t>
            </a:r>
            <a:r>
              <a:rPr lang="es-ES" b="0" dirty="0" err="1" sz="1050"/>
              <a:t>status ≤ 0 and ratio ≤ 0.025: 0.43</a:t>
            </a:r>
          </a:p>
          <a:p>
            <a:r>
              <a:rPr lang="es-ES" b="1" dirty="0" err="1" sz="1050"/>
              <a:t>R3 </a:t>
            </a:r>
            <a:r>
              <a:rPr lang="es-ES" b="0" dirty="0" err="1" sz="1050"/>
              <a:t>status ≥ 1, ratio &gt; 0.095, zero-payment months ≥ 4: 0.33</a:t>
            </a:r>
          </a:p>
          <a:p>
            <a:r>
              <a:rPr lang="es-ES" b="1" dirty="0" err="1" sz="1050"/>
              <a:t>R4–R6 </a:t>
            </a:r>
            <a:r>
              <a:rPr lang="es-ES" b="0" dirty="0" err="1" sz="1050"/>
              <a:t>low ratio with age ≤ 24 or with an assistance plan: 0.26–0.32</a:t>
            </a:r>
          </a:p>
          <a:p>
            <a:r>
              <a:rPr lang="es-ES" b="1" dirty="0" err="1" sz="1050"/>
              <a:t>Global: </a:t>
            </a:r>
            <a:r>
              <a:rPr lang="es-ES" b="0" dirty="0" err="1" sz="1050"/>
              <a:t>uses 7 of 15 variables; status and ratio give 85 % of its importance.</a:t>
            </a:r>
          </a:p>
          <a:p>
            <a:r>
              <a:rPr lang="es-ES" b="1" dirty="0" err="1" sz="1050"/>
              <a:t>Trade-off: </a:t>
            </a:r>
            <a:r>
              <a:rPr lang="es-ES" b="0" dirty="0" err="1" sz="1050"/>
              <a:t>easiest to apply by hand, but coarse (17 probability levels): CV AUC 0.752, the lowest.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35"/>
          </p:nvPr>
        </p:nvSpPr>
        <p:spPr>
          <a:xfrm>
            <a:off x="658801" y="1094400"/>
            <a:ext cx="3381424" cy="1006429"/>
          </a:xfrm>
        </p:spPr>
        <p:txBody>
          <a:bodyPr/>
          <a:lstStyle/>
          <a:p>
            <a:r>
              <a:rPr lang="es-ES" dirty="0" err="1"/>
              <a:t>Decision tree</a:t>
            </a:r>
            <a:endParaRPr lang="es-ES" dirty="0"/>
          </a:p>
        </p:txBody>
      </p:sp>
      <p:pic>
        <p:nvPicPr>
          <p:cNvPr id="13" name="Picture 12" descr="tree_top_lev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188720"/>
            <a:ext cx="3611880" cy="161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7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Compact and stable, but conditional and linear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28"/>
          </p:nvPr>
        </p:nvSpPr>
        <p:spPr>
          <a:xfrm>
            <a:off x="658368" y="3017520"/>
            <a:ext cx="3520440" cy="3429000"/>
          </a:xfrm>
        </p:spPr>
        <p:txBody>
          <a:bodyPr/>
          <a:lstStyle/>
          <a:p>
            <a:r>
              <a:rPr lang="es-ES" b="1" dirty="0" err="1" sz="1050"/>
              <a:t>Setup: </a:t>
            </a:r>
            <a:r>
              <a:rPr lang="es-ES" b="0" dirty="0" err="1" sz="1050"/>
              <a:t>standardized inputs; a CV-chosen log of the money variables adds 0.012 AUC.</a:t>
            </a:r>
          </a:p>
          <a:p>
            <a:r>
              <a:rPr lang="es-ES" b="1" dirty="0" err="1" sz="1050"/>
              <a:t>Global: </a:t>
            </a:r>
            <a:r>
              <a:rPr lang="es-ES" b="0" dirty="0" err="1" sz="1050"/>
              <a:t>risk rises with utilization, the assistance plan, delayed months and repayment status; it falls with total payment.</a:t>
            </a:r>
          </a:p>
          <a:p>
            <a:r>
              <a:rPr lang="es-ES" b="1" dirty="0" err="1" sz="1050"/>
              <a:t>Caution: </a:t>
            </a:r>
            <a:r>
              <a:rPr lang="es-ES" b="0" dirty="0" err="1" sz="1050"/>
              <a:t>coefficients are conditional: maximum delay, credit limit and payment ratio flip their sign (collinearity).</a:t>
            </a:r>
          </a:p>
          <a:p>
            <a:r>
              <a:rPr lang="es-ES" b="1" dirty="0" err="1" sz="1050"/>
              <a:t>Limit: </a:t>
            </a:r>
            <a:r>
              <a:rPr lang="es-ES" b="0" dirty="0" err="1" sz="1050"/>
              <a:t>straight lines only; status codes −2, −1 and 0 are forced onto a line.</a:t>
            </a:r>
          </a:p>
          <a:p>
            <a:r>
              <a:rPr lang="es-ES" b="1" dirty="0" err="1" sz="1050"/>
              <a:t>Local, case D: </a:t>
            </a:r>
            <a:r>
              <a:rPr lang="es-ES" b="0" dirty="0" err="1" sz="1050"/>
              <a:t>utilization 2.0 adds +1.80: p = 0.39, a false alarm. The tree ignores utilization and is right.</a:t>
            </a:r>
          </a:p>
          <a:p>
            <a:r>
              <a:rPr lang="es-ES" b="1" dirty="0" err="1" sz="1050"/>
              <a:t>Performance: </a:t>
            </a:r>
            <a:r>
              <a:rPr lang="es-ES" b="0" dirty="0" err="1" sz="1050"/>
              <a:t>CV AUC 0.761; F1 0.50 at t_bal.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 err="1"/>
              <a:t>Logistic regression</a:t>
            </a:r>
            <a:endParaRPr lang="es-ES" dirty="0"/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T. S. A. Camargo · J. Corrales Almendariz · J. Montes de Oca Martínez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FF602904-0D96-5544-E61B-7D6086AA918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posición de imagen 4" descr="Hombre sentado en el pasto&#10;&#10;Descripción generada automáticamente con confianza media">
            <a:extLst>
              <a:ext uri="{FF2B5EF4-FFF2-40B4-BE49-F238E27FC236}">
                <a16:creationId xmlns:a16="http://schemas.microsoft.com/office/drawing/2014/main" id="{E2B74012-3796-F346-7CEF-6FB596F2F14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2" name="Picture 11" descr="lr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216152"/>
            <a:ext cx="3886200" cy="2212848"/>
          </a:xfrm>
          <a:prstGeom prst="rect">
            <a:avLst/>
          </a:prstGeom>
        </p:spPr>
      </p:pic>
      <p:pic>
        <p:nvPicPr>
          <p:cNvPr id="13" name="Picture 12" descr="lr_case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3584448"/>
            <a:ext cx="3886200" cy="221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49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27"/>
          </p:nvPr>
        </p:nvSpPr>
        <p:spPr>
          <a:xfrm>
            <a:off x="658800" y="2171591"/>
            <a:ext cx="3381425" cy="447302"/>
          </a:xfrm>
        </p:spPr>
        <p:txBody>
          <a:bodyPr/>
          <a:lstStyle/>
          <a:p>
            <a:r>
              <a:rPr lang="es-ES" dirty="0" err="1"/>
              <a:t>The best model: CV AUC 0.776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8"/>
          </p:nvPr>
        </p:nvSpPr>
        <p:spPr>
          <a:xfrm>
            <a:off x="658368" y="2743200"/>
            <a:ext cx="3520440" cy="3703320"/>
          </a:xfrm>
        </p:spPr>
        <p:txBody>
          <a:bodyPr/>
          <a:lstStyle/>
          <a:p>
            <a:r>
              <a:rPr lang="es-ES" b="1" dirty="0" err="1" sz="1050"/>
              <a:t>Ahead of LR and the tree </a:t>
            </a:r>
            <a:r>
              <a:rPr lang="es-ES" b="0" dirty="0" err="1" sz="1050"/>
              <a:t>in all five CV folds; submitted for test.csv (t_acc = 0.49).</a:t>
            </a:r>
          </a:p>
          <a:p>
            <a:r>
              <a:rPr lang="es-ES" b="1" dirty="0" err="1" sz="1050"/>
              <a:t>Additive: </a:t>
            </a:r>
            <a:r>
              <a:rPr lang="es-ES" b="0" dirty="0" err="1" sz="1050"/>
              <a:t>one shape function per variable (interactions = 0), read directly from the plots.</a:t>
            </a:r>
          </a:p>
          <a:p>
            <a:r>
              <a:rPr lang="es-ES" b="1" dirty="0" err="1" sz="1050"/>
              <a:t>Payment ratio is U-shaped: </a:t>
            </a:r>
            <a:r>
              <a:rPr lang="es-ES" b="0" dirty="0" err="1" sz="1050"/>
              <a:t>risk is lowest at 0.5–1.2 and rises again above 1.7 (catch-up payments, tiny bills).</a:t>
            </a:r>
          </a:p>
          <a:p>
            <a:r>
              <a:rPr lang="es-ES" b="1" dirty="0" err="1" sz="1050"/>
              <a:t>Zero-payment months: </a:t>
            </a:r>
            <a:r>
              <a:rPr lang="es-ES" b="0" dirty="0" err="1" sz="1050"/>
              <a:t>1–2 lower the risk, 3+ raise it. Forcing a monotone shape lowers the CV AUC (0.7756 → 0.7728), so the dip is real.</a:t>
            </a:r>
          </a:p>
          <a:p>
            <a:r>
              <a:rPr lang="es-ES" b="1" dirty="0" err="1" sz="1050"/>
              <a:t>Age is U-shaped: </a:t>
            </a:r>
            <a:r>
              <a:rPr lang="es-ES" b="0" dirty="0" err="1" sz="1050"/>
              <a:t>clients under 25 and over 57 are riskier.</a:t>
            </a:r>
          </a:p>
          <a:p>
            <a:r>
              <a:rPr lang="es-ES" b="1" dirty="0" err="1" sz="1050"/>
              <a:t>Assistance plan +0.41: </a:t>
            </a:r>
            <a:r>
              <a:rPr lang="es-ES" b="0" dirty="0" err="1" sz="1050"/>
              <a:t>a marker of earlier stress, not a causal harm.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 err="1"/>
              <a:t>EBM</a:t>
            </a:r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s-ES" dirty="0"/>
              <a:t>T. S. A. Camargo · J. Corrales Almendariz · J. Montes de Oca Martínez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A069BD5-6A9C-C303-98FC-1E1A09EA429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8E240EB5-40E8-C93E-508B-5A21A53D9BF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B44B16E4-86B4-3CCE-75AC-59B92DD379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A12102B3-5095-1D0D-CECB-0C529DE0671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6"/>
          </p:nvPr>
        </p:nvSpPr>
        <p:spPr>
          <a:xfrm>
            <a:off x="4663440" y="3849624"/>
            <a:ext cx="1965960" cy="2569464"/>
          </a:xfrm>
        </p:spPr>
        <p:txBody>
          <a:bodyPr>
            <a:normAutofit fontScale="92500" lnSpcReduction="20000"/>
          </a:bodyPr>
          <a:lstStyle/>
          <a:p>
            <a:r>
              <a:rPr lang="es-ES" dirty="0" err="1" b="1" sz="1000" spc="0"/>
              <a:t>Local case C</a:t>
            </a:r>
          </a:p>
          <a:p>
            <a:r>
              <a:rPr lang="es-ES" dirty="0" err="1" sz="1000" spc="0"/>
              <a:t>Ratio 4.39: +0.48</a:t>
            </a:r>
          </a:p>
          <a:p>
            <a:r>
              <a:rPr lang="es-ES" dirty="0" err="1" sz="1000" spc="0"/>
              <a:t>Delays: +0.49</a:t>
            </a:r>
          </a:p>
          <a:p>
            <a:r>
              <a:rPr lang="es-ES" dirty="0" err="1" sz="1000" spc="0"/>
              <a:t>Plan: +0.41</a:t>
            </a:r>
          </a:p>
          <a:p>
            <a:r>
              <a:rPr lang="es-ES" dirty="0" err="1" sz="1000" spc="0"/>
              <a:t>p = 0.55: flagged</a:t>
            </a:r>
          </a:p>
          <a:p>
            <a:r>
              <a:rPr lang="es-ES" dirty="0" err="1" sz="1000" spc="0"/>
              <a:t>(tree: 0.15, missed)</a:t>
            </a:r>
          </a:p>
        </p:txBody>
      </p:sp>
      <p:pic>
        <p:nvPicPr>
          <p:cNvPr id="22" name="Picture 21" descr="ebm_rat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584" y="1353312"/>
            <a:ext cx="1965960" cy="1874520"/>
          </a:xfrm>
          <a:prstGeom prst="rect">
            <a:avLst/>
          </a:prstGeom>
        </p:spPr>
      </p:pic>
      <p:pic>
        <p:nvPicPr>
          <p:cNvPr id="23" name="Picture 22" descr="ebm_zero_pay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9712" y="1353312"/>
            <a:ext cx="1965960" cy="1874520"/>
          </a:xfrm>
          <a:prstGeom prst="rect">
            <a:avLst/>
          </a:prstGeom>
        </p:spPr>
      </p:pic>
      <p:pic>
        <p:nvPicPr>
          <p:cNvPr id="24" name="Picture 23" descr="ebm_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712" y="4197096"/>
            <a:ext cx="1965960" cy="187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50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ES" dirty="0"/>
              <a:t>Five-fold CV AUC of each model</a:t>
            </a:r>
          </a:p>
        </p:txBody>
      </p:sp>
      <p:sp>
        <p:nvSpPr>
          <p:cNvPr id="34" name="Marcador de texto 33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s-ES" dirty="0"/>
              <a:t>T. S. A. Camargo · J. Corrales Almendariz · J. Montes de Oca Martínez</a:t>
            </a:r>
          </a:p>
        </p:txBody>
      </p:sp>
      <p:grpSp>
        <p:nvGrpSpPr>
          <p:cNvPr id="12" name="Agrupar 11"/>
          <p:cNvGrpSpPr/>
          <p:nvPr/>
        </p:nvGrpSpPr>
        <p:grpSpPr>
          <a:xfrm>
            <a:off x="6418147" y="2133092"/>
            <a:ext cx="1860647" cy="1860647"/>
            <a:chOff x="6564848" y="2365578"/>
            <a:chExt cx="1397700" cy="1397700"/>
          </a:xfrm>
        </p:grpSpPr>
        <p:sp>
          <p:nvSpPr>
            <p:cNvPr id="13" name="Google Shape;1410;p50"/>
            <p:cNvSpPr/>
            <p:nvPr/>
          </p:nvSpPr>
          <p:spPr>
            <a:xfrm flipH="1">
              <a:off x="6572362" y="2373203"/>
              <a:ext cx="1382700" cy="1382700"/>
            </a:xfrm>
            <a:prstGeom prst="donut">
              <a:avLst>
                <a:gd name="adj" fmla="val 11930"/>
              </a:avLst>
            </a:prstGeom>
            <a:solidFill>
              <a:srgbClr val="1E5080"/>
            </a:solidFill>
            <a:ln>
              <a:noFill/>
            </a:ln>
            <a:effectLst>
              <a:outerShdw blurRad="71438" dist="38100" dir="5400000" algn="bl" rotWithShape="0">
                <a:srgbClr val="000000">
                  <a:alpha val="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11;p50"/>
            <p:cNvSpPr/>
            <p:nvPr/>
          </p:nvSpPr>
          <p:spPr>
            <a:xfrm flipH="1">
              <a:off x="6564848" y="2365578"/>
              <a:ext cx="1397700" cy="1397700"/>
            </a:xfrm>
            <a:prstGeom prst="blockArc">
              <a:avLst>
                <a:gd name="adj1" fmla="val 11418315"/>
                <a:gd name="adj2" fmla="val 16256715"/>
                <a:gd name="adj3" fmla="val 1271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Agrupar 14"/>
          <p:cNvGrpSpPr/>
          <p:nvPr/>
        </p:nvGrpSpPr>
        <p:grpSpPr>
          <a:xfrm>
            <a:off x="3641677" y="2133092"/>
            <a:ext cx="1860647" cy="1860647"/>
            <a:chOff x="3865553" y="2365578"/>
            <a:chExt cx="1397700" cy="1397700"/>
          </a:xfrm>
        </p:grpSpPr>
        <p:sp>
          <p:nvSpPr>
            <p:cNvPr id="16" name="Google Shape;1412;p50"/>
            <p:cNvSpPr/>
            <p:nvPr/>
          </p:nvSpPr>
          <p:spPr>
            <a:xfrm flipH="1">
              <a:off x="3872927" y="2373203"/>
              <a:ext cx="1382700" cy="1382700"/>
            </a:xfrm>
            <a:prstGeom prst="donut">
              <a:avLst>
                <a:gd name="adj" fmla="val 11930"/>
              </a:avLst>
            </a:prstGeom>
            <a:solidFill>
              <a:srgbClr val="1C6FBA"/>
            </a:solidFill>
            <a:ln>
              <a:noFill/>
            </a:ln>
            <a:effectLst>
              <a:outerShdw blurRad="71438" dist="38100" dir="5400000" algn="bl" rotWithShape="0">
                <a:srgbClr val="000000">
                  <a:alpha val="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13;p50"/>
            <p:cNvSpPr/>
            <p:nvPr/>
          </p:nvSpPr>
          <p:spPr>
            <a:xfrm flipH="1">
              <a:off x="3865553" y="2365578"/>
              <a:ext cx="1397700" cy="1397700"/>
            </a:xfrm>
            <a:prstGeom prst="blockArc">
              <a:avLst>
                <a:gd name="adj1" fmla="val 11094315"/>
                <a:gd name="adj2" fmla="val 16256715"/>
                <a:gd name="adj3" fmla="val 1271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1022727" y="2133092"/>
            <a:ext cx="1860647" cy="1860647"/>
            <a:chOff x="1169428" y="2365578"/>
            <a:chExt cx="1397700" cy="1397700"/>
          </a:xfrm>
        </p:grpSpPr>
        <p:sp>
          <p:nvSpPr>
            <p:cNvPr id="22" name="Google Shape;1414;p50"/>
            <p:cNvSpPr/>
            <p:nvPr/>
          </p:nvSpPr>
          <p:spPr>
            <a:xfrm flipH="1">
              <a:off x="1176802" y="2373203"/>
              <a:ext cx="1382700" cy="1382700"/>
            </a:xfrm>
            <a:prstGeom prst="donut">
              <a:avLst>
                <a:gd name="adj" fmla="val 11930"/>
              </a:avLst>
            </a:prstGeom>
            <a:solidFill>
              <a:srgbClr val="14A7ED"/>
            </a:solidFill>
            <a:ln>
              <a:noFill/>
            </a:ln>
            <a:effectLst>
              <a:outerShdw blurRad="71438" dist="38100" dir="54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15;p50"/>
            <p:cNvSpPr/>
            <p:nvPr/>
          </p:nvSpPr>
          <p:spPr>
            <a:xfrm flipH="1">
              <a:off x="1169428" y="2365578"/>
              <a:ext cx="1397700" cy="1397700"/>
            </a:xfrm>
            <a:prstGeom prst="blockArc">
              <a:avLst>
                <a:gd name="adj1" fmla="val 10899915"/>
                <a:gd name="adj2" fmla="val 16256715"/>
                <a:gd name="adj3" fmla="val 1271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ctángulo 28"/>
          <p:cNvSpPr/>
          <p:nvPr/>
        </p:nvSpPr>
        <p:spPr>
          <a:xfrm>
            <a:off x="1479267" y="2785661"/>
            <a:ext cx="94756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000" spc="30" dirty="0">
                <a:solidFill>
                  <a:srgbClr val="737474"/>
                </a:solidFill>
                <a:latin typeface="Montserrat" pitchFamily="2" charset="77"/>
              </a:rPr>
              <a:t>0.752</a:t>
            </a:r>
            <a:endParaRPr lang="es-ES" sz="3000" dirty="0">
              <a:solidFill>
                <a:srgbClr val="737474"/>
              </a:solidFill>
              <a:latin typeface="Montserrat" pitchFamily="2" charset="77"/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4080135" y="2785661"/>
            <a:ext cx="98373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000" spc="30" dirty="0">
                <a:solidFill>
                  <a:srgbClr val="737474"/>
                </a:solidFill>
                <a:latin typeface="Montserrat" pitchFamily="2" charset="77"/>
              </a:rPr>
              <a:t>0.761</a:t>
            </a:r>
            <a:endParaRPr lang="es-ES" sz="3000" dirty="0">
              <a:solidFill>
                <a:srgbClr val="737474"/>
              </a:solidFill>
              <a:latin typeface="Montserrat" pitchFamily="2" charset="77"/>
            </a:endParaRPr>
          </a:p>
        </p:txBody>
      </p:sp>
      <p:sp>
        <p:nvSpPr>
          <p:cNvPr id="33" name="Rectángulo 32"/>
          <p:cNvSpPr/>
          <p:nvPr/>
        </p:nvSpPr>
        <p:spPr>
          <a:xfrm>
            <a:off x="6846410" y="2785661"/>
            <a:ext cx="100412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000" spc="30" dirty="0">
                <a:solidFill>
                  <a:srgbClr val="737474"/>
                </a:solidFill>
                <a:latin typeface="Montserrat" pitchFamily="2" charset="77"/>
              </a:rPr>
              <a:t>0.776</a:t>
            </a:r>
            <a:endParaRPr lang="es-ES" sz="3000" dirty="0">
              <a:solidFill>
                <a:srgbClr val="737474"/>
              </a:solidFill>
              <a:latin typeface="Montserrat" pitchFamily="2" charset="77"/>
            </a:endParaRPr>
          </a:p>
        </p:txBody>
      </p:sp>
      <p:sp>
        <p:nvSpPr>
          <p:cNvPr id="35" name="Marcador de texto 34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/>
              <a:t>Summary of results</a:t>
            </a:r>
          </a:p>
        </p:txBody>
      </p:sp>
      <p:sp>
        <p:nvSpPr>
          <p:cNvPr id="42" name="Marcador de texto 5"/>
          <p:cNvSpPr>
            <a:spLocks noGrp="1"/>
          </p:cNvSpPr>
          <p:nvPr>
            <p:ph type="body" sz="quarter" idx="31"/>
          </p:nvPr>
        </p:nvSpPr>
        <p:spPr>
          <a:xfrm>
            <a:off x="1063657" y="4421728"/>
            <a:ext cx="1708964" cy="498496"/>
          </a:xfrm>
        </p:spPr>
        <p:txBody>
          <a:bodyPr/>
          <a:lstStyle/>
          <a:p>
            <a:r>
              <a:rPr lang="es-ES" dirty="0" sz="1400"/>
              <a:t>Decision tree</a:t>
            </a:r>
          </a:p>
        </p:txBody>
      </p:sp>
      <p:sp>
        <p:nvSpPr>
          <p:cNvPr id="43" name="Marcador de texto 6"/>
          <p:cNvSpPr>
            <a:spLocks noGrp="1"/>
          </p:cNvSpPr>
          <p:nvPr>
            <p:ph type="body" sz="quarter" idx="32"/>
          </p:nvPr>
        </p:nvSpPr>
        <p:spPr>
          <a:xfrm>
            <a:off x="1060578" y="4947686"/>
            <a:ext cx="1708964" cy="973341"/>
          </a:xfrm>
        </p:spPr>
        <p:txBody>
          <a:bodyPr/>
          <a:lstStyle/>
          <a:p>
            <a:r>
              <a:rPr lang="es-ES" b="1" dirty="0" err="1" sz="1100"/>
              <a:t>17 leaves, 6 rules</a:t>
            </a:r>
            <a:endParaRPr lang="es-ES" dirty="0"/>
          </a:p>
          <a:p>
            <a:r>
              <a:rPr lang="es-ES" b="1" dirty="0" err="1" sz="1100"/>
              <a:t>Accuracy 0.812</a:t>
            </a:r>
            <a:endParaRPr lang="es-ES" dirty="0"/>
          </a:p>
          <a:p>
            <a:r>
              <a:rPr lang="es-ES" b="1" dirty="0" err="1" sz="1100"/>
              <a:t>F1 0.49 at t_bal</a:t>
            </a:r>
            <a:endParaRPr lang="es-ES" dirty="0"/>
          </a:p>
        </p:txBody>
      </p:sp>
      <p:sp>
        <p:nvSpPr>
          <p:cNvPr id="44" name="Marcador de texto 7"/>
          <p:cNvSpPr>
            <a:spLocks noGrp="1"/>
          </p:cNvSpPr>
          <p:nvPr>
            <p:ph type="body" sz="quarter" idx="33"/>
          </p:nvPr>
        </p:nvSpPr>
        <p:spPr>
          <a:xfrm>
            <a:off x="3691957" y="4421728"/>
            <a:ext cx="1708964" cy="498496"/>
          </a:xfrm>
        </p:spPr>
        <p:txBody>
          <a:bodyPr/>
          <a:lstStyle/>
          <a:p>
            <a:r>
              <a:rPr lang="es-ES" dirty="0" sz="1400"/>
              <a:t>Logistic reg.</a:t>
            </a:r>
          </a:p>
        </p:txBody>
      </p:sp>
      <p:sp>
        <p:nvSpPr>
          <p:cNvPr id="45" name="Marcador de texto 8"/>
          <p:cNvSpPr>
            <a:spLocks noGrp="1"/>
          </p:cNvSpPr>
          <p:nvPr>
            <p:ph type="body" sz="quarter" idx="36"/>
          </p:nvPr>
        </p:nvSpPr>
        <p:spPr>
          <a:xfrm>
            <a:off x="3691501" y="4947686"/>
            <a:ext cx="1708964" cy="973341"/>
          </a:xfrm>
        </p:spPr>
        <p:txBody>
          <a:bodyPr/>
          <a:lstStyle/>
          <a:p>
            <a:r>
              <a:rPr lang="es-ES" b="1" dirty="0" err="1" sz="1100"/>
              <a:t>Log of money vars.</a:t>
            </a:r>
            <a:endParaRPr lang="es-ES" dirty="0"/>
          </a:p>
          <a:p>
            <a:r>
              <a:rPr lang="es-ES" b="1" dirty="0" err="1" sz="1100"/>
              <a:t>Accuracy 0.814</a:t>
            </a:r>
            <a:endParaRPr lang="es-ES" dirty="0"/>
          </a:p>
          <a:p>
            <a:r>
              <a:rPr lang="es-ES" b="1" dirty="0" err="1" sz="1100"/>
              <a:t>F1 0.50 at t_bal</a:t>
            </a:r>
            <a:endParaRPr lang="es-ES" dirty="0"/>
          </a:p>
        </p:txBody>
      </p:sp>
      <p:sp>
        <p:nvSpPr>
          <p:cNvPr id="46" name="Marcador de texto 9"/>
          <p:cNvSpPr>
            <a:spLocks noGrp="1"/>
          </p:cNvSpPr>
          <p:nvPr>
            <p:ph type="body" sz="quarter" idx="37"/>
          </p:nvPr>
        </p:nvSpPr>
        <p:spPr>
          <a:xfrm>
            <a:off x="6456185" y="4421728"/>
            <a:ext cx="1708964" cy="498496"/>
          </a:xfrm>
        </p:spPr>
        <p:txBody>
          <a:bodyPr/>
          <a:lstStyle/>
          <a:p>
            <a:r>
              <a:rPr lang="es-ES" dirty="0" sz="1400"/>
              <a:t>EBM</a:t>
            </a:r>
          </a:p>
        </p:txBody>
      </p:sp>
      <p:sp>
        <p:nvSpPr>
          <p:cNvPr id="47" name="Marcador de texto 10"/>
          <p:cNvSpPr>
            <a:spLocks noGrp="1"/>
          </p:cNvSpPr>
          <p:nvPr>
            <p:ph type="body" sz="quarter" idx="38"/>
          </p:nvPr>
        </p:nvSpPr>
        <p:spPr>
          <a:xfrm>
            <a:off x="6456185" y="4947686"/>
            <a:ext cx="1708964" cy="973341"/>
          </a:xfrm>
        </p:spPr>
        <p:txBody>
          <a:bodyPr/>
          <a:lstStyle/>
          <a:p>
            <a:r>
              <a:rPr lang="es-ES" b="1" dirty="0" err="1" sz="1100"/>
              <a:t>Best in 5/5 folds</a:t>
            </a:r>
            <a:endParaRPr lang="es-ES" dirty="0"/>
          </a:p>
          <a:p>
            <a:r>
              <a:rPr lang="es-ES" b="1" dirty="0" err="1" sz="1100"/>
              <a:t>Accuracy 0.817</a:t>
            </a:r>
            <a:endParaRPr lang="es-ES" dirty="0"/>
          </a:p>
          <a:p>
            <a:r>
              <a:rPr lang="es-ES" b="1" dirty="0" err="1" sz="1100"/>
              <a:t>F1 0.52 at t_bal</a:t>
            </a:r>
            <a:endParaRPr lang="es-ES" dirty="0"/>
          </a:p>
        </p:txBody>
      </p:sp>
      <p:sp>
        <p:nvSpPr>
          <p:cNvPr id="48" name="TextBox 47"/>
          <p:cNvSpPr txBox="1"/>
          <p:nvPr/>
        </p:nvSpPr>
        <p:spPr>
          <a:xfrm>
            <a:off x="685800" y="5943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Montserrat"/>
              </a:rPr>
              <a:t>Same 80/20 train/validation split and the same five CV folds for every choice: hyperparameters, a log transform and the thresholds (t_acc for accuracy, t_bal for balanced accuracy). All models beat the majority baseline (accuracy 0.788); a black-box gradient-boosting model gets AUC 0.768. Submitted: the EBM.</a:t>
            </a:r>
          </a:p>
        </p:txBody>
      </p:sp>
    </p:spTree>
    <p:extLst>
      <p:ext uri="{BB962C8B-B14F-4D97-AF65-F5344CB8AC3E}">
        <p14:creationId xmlns:p14="http://schemas.microsoft.com/office/powerpoint/2010/main" val="579900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768618"/>
      </p:ext>
    </p:extLst>
  </p:cSld>
  <p:clrMapOvr>
    <a:masterClrMapping/>
  </p:clrMapOvr>
</p:sld>
</file>

<file path=ppt/theme/theme1.xml><?xml version="1.0" encoding="utf-8"?>
<a:theme xmlns:a="http://schemas.openxmlformats.org/drawingml/2006/main" name="UPM_1_9_23 plantilla">
  <a:themeElements>
    <a:clrScheme name="Color UPM ">
      <a:dk1>
        <a:srgbClr val="464747"/>
      </a:dk1>
      <a:lt1>
        <a:srgbClr val="F7F7F7"/>
      </a:lt1>
      <a:dk2>
        <a:srgbClr val="44546A"/>
      </a:dk2>
      <a:lt2>
        <a:srgbClr val="D0D0D0"/>
      </a:lt2>
      <a:accent1>
        <a:srgbClr val="2899F9"/>
      </a:accent1>
      <a:accent2>
        <a:srgbClr val="0F81F3"/>
      </a:accent2>
      <a:accent3>
        <a:srgbClr val="0D6FCF"/>
      </a:accent3>
      <a:accent4>
        <a:srgbClr val="0B5DAC"/>
      </a:accent4>
      <a:accent5>
        <a:srgbClr val="08447C"/>
      </a:accent5>
      <a:accent6>
        <a:srgbClr val="022540"/>
      </a:accent6>
      <a:hlink>
        <a:srgbClr val="0563C1"/>
      </a:hlink>
      <a:folHlink>
        <a:srgbClr val="9B349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M_31_8_23" id="{39EFC1F3-460A-DF43-9286-1926147697AE}" vid="{5F620C54-2DDA-9641-AE08-D474BDFB1B4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UPM_1_9_23 plantilla.potx</Template>
  <TotalTime>0</TotalTime>
  <Words>1715</Words>
  <Application>Microsoft Office PowerPoint</Application>
  <PresentationFormat>On-screen Show (4:3)</PresentationFormat>
  <Paragraphs>329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Montserrat light</vt:lpstr>
      <vt:lpstr>Arial</vt:lpstr>
      <vt:lpstr>Montserrat light</vt:lpstr>
      <vt:lpstr>Montserrat SemiBold</vt:lpstr>
      <vt:lpstr>Montserrat</vt:lpstr>
      <vt:lpstr>Montserrat Medium</vt:lpstr>
      <vt:lpstr>UPM_1_9_23 plantilla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MARTA DE LA CALLE GAYO</dc:creator>
  <cp:keywords/>
  <dc:description/>
  <cp:lastModifiedBy>Thales Camargo</cp:lastModifiedBy>
  <cp:revision>133</cp:revision>
  <dcterms:created xsi:type="dcterms:W3CDTF">2023-08-31T06:50:41Z</dcterms:created>
  <dcterms:modified xsi:type="dcterms:W3CDTF">2026-10-17T16:17:53Z</dcterms:modified>
  <cp:category/>
</cp:coreProperties>
</file>